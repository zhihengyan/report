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3aae19a9645e8" /><Relationship Type="http://schemas.openxmlformats.org/officeDocument/2006/relationships/extended-properties" Target="/docProps/app.xml" Id="Rc14e3cb03f1b4d2b" /><Relationship Type="http://schemas.openxmlformats.org/officeDocument/2006/relationships/officeDocument" Target="/ppt/presentation.xml" Id="R4c1881b359f4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b7693a19a74cb8"/>
  </p:sldMasterIdLst>
  <p:notesMasterIdLst>
    <p:notesMasterId xmlns:r="http://schemas.openxmlformats.org/officeDocument/2006/relationships" r:id="R05378bc09fc14191"/>
  </p:notesMasterIdLst>
  <p:sldIdLst>
    <p:sldId xmlns:r="http://schemas.openxmlformats.org/officeDocument/2006/relationships" id="256" r:id="Rbf794809c2184692"/>
    <p:sldId xmlns:r="http://schemas.openxmlformats.org/officeDocument/2006/relationships" id="257" r:id="R35af53aac21440fa"/>
    <p:sldId xmlns:r="http://schemas.openxmlformats.org/officeDocument/2006/relationships" id="258" r:id="R739ab79c2fd8425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0d34150c29491e" /><Relationship Type="http://schemas.openxmlformats.org/officeDocument/2006/relationships/slideMaster" Target="/ppt/slideMasters/slideMaster1.xml" Id="R6ab7693a19a74cb8" /><Relationship Type="http://schemas.openxmlformats.org/officeDocument/2006/relationships/notesMaster" Target="/ppt/notesMasters/notesMaster1.xml" Id="R05378bc09fc14191" /><Relationship Type="http://schemas.openxmlformats.org/officeDocument/2006/relationships/presProps" Target="/ppt/presProps.xml" Id="Ra63192bae04149ec" /><Relationship Type="http://schemas.openxmlformats.org/officeDocument/2006/relationships/tableStyles" Target="/ppt/tableStyles.xml" Id="Ra04647bd5bc642fd" /><Relationship Type="http://schemas.openxmlformats.org/officeDocument/2006/relationships/slide" Target="/ppt/slides/slide1.xml" Id="Rbf794809c2184692" /><Relationship Type="http://schemas.openxmlformats.org/officeDocument/2006/relationships/slide" Target="/ppt/slides/slide2.xml" Id="R35af53aac21440fa" /><Relationship Type="http://schemas.openxmlformats.org/officeDocument/2006/relationships/slide" Target="/ppt/slides/slide3.xml" Id="R739ab79c2fd8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5976ebea04a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d02ec8e7e41b5" /><Relationship Type="http://schemas.openxmlformats.org/officeDocument/2006/relationships/notesMaster" Target="/ppt/notesMasters/notesMaster1.xml" Id="R02326b10e04f45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d2db6054c4b8e" /><Relationship Type="http://schemas.openxmlformats.org/officeDocument/2006/relationships/notesMaster" Target="/ppt/notesMasters/notesMaster1.xml" Id="R4ad8e45b1a4c4a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1970a762cf4ac2" /><Relationship Type="http://schemas.openxmlformats.org/officeDocument/2006/relationships/notesMaster" Target="/ppt/notesMasters/notesMaster1.xml" Id="Rd530640d0724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已确认的第一张插图最终版重建。所有图形及文字均为原生可编辑对象。PRE_0、FWD_0与其他阶段的问号表示Kernel内阶段耗时未知。组件A/B/C条形长度仅为概念示意，不对应实测数值。当前案例描述源于用户给定msprof使用场景。参考：D:/Code/report/output/Profiling痛点插图/01_组件级汇总_缺少细粒度时序_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第二张插图最终版重建。下方保留浅灰色、虚线边界的流水占位块和中央问号，表达真机时序、阶段持续时间与重叠关系未知。上下流水条块均为示意，不含数值，不是实测结果。所有元素均为原生可编辑对象。参考：D:/Code/report/output/Profiling痛点插图/02_仿真流水图_缺少真机时序_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第三张最终流程插图重建。流程为算子源码工程、Profiling打点Skill完成源码打点、真实NPU环境实测、成功判断。成功输出每核每阶段CSV与流水图，失败优化Skill，再重新打点并实测。硬件、文件夹、齿轮均以原生矢量形状重绘，因此立体效果做了适度简化。所有文字、条块、节点、箭头与图标均可编辑。参考：D:/Code/report/output/Profiling流程插图/Profiling打点与实测验证闭环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dc6d4304d48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dc78ad8f142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3c0b3e9bf4a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43a7442b148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ec0e480144f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b208dd4b14c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69763F-6030-4596-80BE-4D74F7048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DFF47A-13FF-4642-B0FB-D6E1C0DE3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CE1CF3-77A5-40CD-852B-0141F6D28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F74B87-6242-4A3A-A30D-05F151E2E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8213A4-D889-4A92-AD26-ADA36D3F2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F8C54F-3274-4EE4-B922-A77B4ACA8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F2F19A-5C2D-4510-B8BB-3E089150DA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3A2F65-F9E8-4030-A7AB-6F96E4C226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70ED2F-898D-44CF-9F68-7B4F0E4DAE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F3BE0A-D6D7-4880-92BE-65B8F39A3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444f7eb7e407a" /><Relationship Type="http://schemas.openxmlformats.org/officeDocument/2006/relationships/slideLayout" Target="/ppt/slideLayouts/slideLayout1.xml" Id="Rbaeb683ee4424586" /><Relationship Type="http://schemas.openxmlformats.org/officeDocument/2006/relationships/slideLayout" Target="/ppt/slideLayouts/slideLayout2.xml" Id="R5ec167a3273b436b" /><Relationship Type="http://schemas.openxmlformats.org/officeDocument/2006/relationships/slideLayout" Target="/ppt/slideLayouts/slideLayout3.xml" Id="R5ae1128e4ca947c6" /><Relationship Type="http://schemas.openxmlformats.org/officeDocument/2006/relationships/slideLayout" Target="/ppt/slideLayouts/slideLayout4.xml" Id="Rb6ff02e1989741e3" /><Relationship Type="http://schemas.openxmlformats.org/officeDocument/2006/relationships/slideLayout" Target="/ppt/slideLayouts/slideLayout5.xml" Id="Rd5c7ae93c688494e" /><Relationship Type="http://schemas.openxmlformats.org/officeDocument/2006/relationships/slideLayout" Target="/ppt/slideLayouts/slideLayout6.xml" Id="Rbc4419a5d73e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b683ee4424586"/>
    <p:sldLayoutId xmlns:r="http://schemas.openxmlformats.org/officeDocument/2006/relationships" id="2147483650" r:id="R5ec167a3273b436b"/>
    <p:sldLayoutId xmlns:r="http://schemas.openxmlformats.org/officeDocument/2006/relationships" id="2147483651" r:id="R5ae1128e4ca947c6"/>
    <p:sldLayoutId xmlns:r="http://schemas.openxmlformats.org/officeDocument/2006/relationships" id="2147483652" r:id="Rb6ff02e1989741e3"/>
    <p:sldLayoutId xmlns:r="http://schemas.openxmlformats.org/officeDocument/2006/relationships" id="2147483653" r:id="Rd5c7ae93c688494e"/>
    <p:sldLayoutId xmlns:r="http://schemas.openxmlformats.org/officeDocument/2006/relationships" id="2147483654" r:id="Rbc4419a5d73e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4d8bbc22c4ab9" /><Relationship Type="http://schemas.openxmlformats.org/officeDocument/2006/relationships/notesSlide" Target="/ppt/notesSlides/notesSlide1.xml" Id="Rd3f567201a5348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6fbe4584a4d7d" /><Relationship Type="http://schemas.openxmlformats.org/officeDocument/2006/relationships/notesSlide" Target="/ppt/notesSlides/notesSlide2.xml" Id="R686b332be040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fdaa977b247d1" /><Relationship Type="http://schemas.openxmlformats.org/officeDocument/2006/relationships/notesSlide" Target="/ppt/notesSlides/notesSlide3.xml" Id="Rb28fc41d5e0c48e0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2" name="主标题">
            <a:extLst>
              <a:ext uri="{FF2B5EF4-FFF2-40B4-BE49-F238E27FC236}">
                <ns2:creationId id="{76119E2B-B52E-46E6-B1AA-12EE88C844AF}"/>
              </a:ext>
            </a:extLst>
          </p:cNvPr>
          <p:cNvSpPr>
            <a:spLocks noGrp="1"/>
          </p:cNvSpPr>
          <p:nvPr/>
        </p:nvSpPr>
        <p:spPr>
          <a:xfrm>
            <a:off x="619125" y="333375"/>
            <a:ext cx="14001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rPr>
              <a:t>组件级汇总，难以定位算子内部瓶颈</a:t>
            </a:r>
          </a:p>
        </p:txBody>
      </p:sp>
      <p:grpSp>
        <p:nvGrpSpPr>
          <p:cNvPr id="123" name="真机NPU"/>
          <p:cNvGrpSpPr/>
          <p:nvPr/>
        </p:nvGrpSpPr>
        <p:grpSpPr>
          <a:xfrm>
            <a:off x="190500" y="3615690"/>
            <a:ext cx="2952750" cy="2546985"/>
            <a:chOff x="190500" y="3615690"/>
            <a:chExt cx="2952750" cy="2546985"/>
          </a:xfrm>
        </p:grpSpPr>
        <p:sp>
          <p:nvSpPr>
            <p:cNvPr id="2" name="真机NPU :: NPU-厚度">
              <a:extLst>
                <a:ext uri="{FF2B5EF4-FFF2-40B4-BE49-F238E27FC236}">
                  <ns2:creationId id="{E104B3D0-F5FB-49AD-98BB-F9E6CA96FA04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3615690"/>
              <a:ext cx="2809875" cy="1939290"/>
            </a:xfrm>
            <a:custGeom>
              <a:pathLst>
                <a:path w="2809875" h="1939290">
                  <a:moveTo>
                    <a:pt x="1123950" y="95250"/>
                  </a:moveTo>
                  <a:lnTo>
                    <a:pt x="2809875" y="765810"/>
                  </a:lnTo>
                  <a:lnTo>
                    <a:pt x="1685925" y="1939290"/>
                  </a:lnTo>
                  <a:lnTo>
                    <a:pt x="0" y="126873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D96849"/>
            </a:solidFill>
            <a:ln w="19050">
              <a:solidFill>
                <a:srgbClr val="C3422C"/>
              </a:solidFill>
            </a:ln>
          </p:spPr>
        </p:sp>
        <p:sp>
          <p:nvSpPr>
            <p:cNvPr id="3" name="真机NPU :: NPU-板面">
              <a:extLst>
                <a:ext uri="{FF2B5EF4-FFF2-40B4-BE49-F238E27FC236}">
                  <ns2:creationId id="{2EB73C44-7BE7-4CF1-B5D9-ABA87B7528FA}"/>
                </a:ext>
              </a:extLst>
            </p:cNvPr>
            <p:cNvSpPr>
              <a:spLocks noGrp="1"/>
            </p:cNvSpPr>
            <p:nvPr/>
          </p:nvSpPr>
          <p:spPr>
            <a:xfrm>
              <a:off x="238125" y="3615690"/>
              <a:ext cx="2809875" cy="1844040"/>
            </a:xfrm>
            <a:custGeom>
              <a:pathLst>
                <a:path w="2809875" h="1844040">
                  <a:moveTo>
                    <a:pt x="1123950" y="0"/>
                  </a:moveTo>
                  <a:lnTo>
                    <a:pt x="2809875" y="670560"/>
                  </a:lnTo>
                  <a:lnTo>
                    <a:pt x="1685925" y="1844040"/>
                  </a:lnTo>
                  <a:lnTo>
                    <a:pt x="0" y="1173480"/>
                  </a:lnTo>
                  <a:close/>
                </a:path>
              </a:pathLst>
            </a:custGeom>
            <a:solidFill>
              <a:srgbClr val="F8CFBF"/>
            </a:solidFill>
            <a:ln w="22860">
              <a:solidFill>
                <a:srgbClr val="C3422C"/>
              </a:solidFill>
            </a:ln>
          </p:spPr>
        </p:sp>
        <p:sp>
          <p:nvSpPr>
            <p:cNvPr id="4" name="真机NPU :: NPU-安装孔0">
              <a:extLst>
                <a:ext uri="{FF2B5EF4-FFF2-40B4-BE49-F238E27FC236}">
                  <ns2:creationId id="{7A1A6A63-F4E0-4FBE-99D4-B6F7E5985CBE}"/>
                </a:ext>
              </a:extLst>
            </p:cNvPr>
            <p:cNvSpPr>
              <a:spLocks noGrp="1"/>
            </p:cNvSpPr>
            <p:nvPr/>
          </p:nvSpPr>
          <p:spPr>
            <a:xfrm>
              <a:off x="1327404" y="3699967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5" name="真机NPU :: NPU-安装孔1">
              <a:extLst>
                <a:ext uri="{FF2B5EF4-FFF2-40B4-BE49-F238E27FC236}">
                  <ns2:creationId id="{1E0670DE-6B39-4672-A3E0-4A58FB63696D}"/>
                </a:ext>
              </a:extLst>
            </p:cNvPr>
            <p:cNvSpPr>
              <a:spLocks noGrp="1"/>
            </p:cNvSpPr>
            <p:nvPr/>
          </p:nvSpPr>
          <p:spPr>
            <a:xfrm>
              <a:off x="2777300" y="4276649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6" name="真机NPU :: NPU-安装孔2">
              <a:extLst>
                <a:ext uri="{FF2B5EF4-FFF2-40B4-BE49-F238E27FC236}">
                  <ns2:creationId id="{52435A76-EF3F-4A10-A54A-F1019D3E64C1}"/>
                </a:ext>
              </a:extLst>
            </p:cNvPr>
            <p:cNvSpPr>
              <a:spLocks noGrp="1"/>
            </p:cNvSpPr>
            <p:nvPr/>
          </p:nvSpPr>
          <p:spPr>
            <a:xfrm>
              <a:off x="1821942" y="5274107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7" name="真机NPU :: NPU-安装孔3">
              <a:extLst>
                <a:ext uri="{FF2B5EF4-FFF2-40B4-BE49-F238E27FC236}">
                  <ns2:creationId id="{AC9AF9F3-44CB-4DC0-8168-9FB83009A70D}"/>
                </a:ext>
              </a:extLst>
            </p:cNvPr>
            <p:cNvSpPr>
              <a:spLocks noGrp="1"/>
            </p:cNvSpPr>
            <p:nvPr/>
          </p:nvSpPr>
          <p:spPr>
            <a:xfrm>
              <a:off x="372047" y="4697425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8" name="真机NPU :: NPU-走线0">
              <a:extLst>
                <a:ext uri="{FF2B5EF4-FFF2-40B4-BE49-F238E27FC236}">
                  <ns2:creationId id="{80E6F07E-6B0A-4BA9-9BE2-4C4A16B0E4CB}"/>
                </a:ext>
              </a:extLst>
            </p:cNvPr>
            <p:cNvSpPr>
              <a:spLocks noGrp="1"/>
            </p:cNvSpPr>
            <p:nvPr/>
          </p:nvSpPr>
          <p:spPr>
            <a:xfrm>
              <a:off x="592169" y="3810152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9" name="真机NPU :: NPU-走线1">
              <a:extLst>
                <a:ext uri="{FF2B5EF4-FFF2-40B4-BE49-F238E27FC236}">
                  <ns2:creationId id="{7B455FD9-FC46-4673-B93F-CFE3561B21A6}"/>
                </a:ext>
              </a:extLst>
            </p:cNvPr>
            <p:cNvSpPr>
              <a:spLocks noGrp="1"/>
            </p:cNvSpPr>
            <p:nvPr/>
          </p:nvSpPr>
          <p:spPr>
            <a:xfrm>
              <a:off x="760762" y="3877208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10" name="真机NPU :: NPU-走线2">
              <a:extLst>
                <a:ext uri="{FF2B5EF4-FFF2-40B4-BE49-F238E27FC236}">
                  <ns2:creationId id="{865CF8C7-58C7-4212-AD7E-25186CE93FBA}"/>
                </a:ext>
              </a:extLst>
            </p:cNvPr>
            <p:cNvSpPr>
              <a:spLocks noGrp="1"/>
            </p:cNvSpPr>
            <p:nvPr/>
          </p:nvSpPr>
          <p:spPr>
            <a:xfrm>
              <a:off x="929354" y="3944264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11" name="真机NPU :: NPU-走线3">
              <a:extLst>
                <a:ext uri="{FF2B5EF4-FFF2-40B4-BE49-F238E27FC236}">
                  <ns2:creationId id="{D0C97830-5CEB-4D68-92D8-5B3C7637C56E}"/>
                </a:ext>
              </a:extLst>
            </p:cNvPr>
            <p:cNvSpPr>
              <a:spLocks noGrp="1"/>
            </p:cNvSpPr>
            <p:nvPr/>
          </p:nvSpPr>
          <p:spPr>
            <a:xfrm>
              <a:off x="1097947" y="4011320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12" name="真机NPU :: NPU-走线4">
              <a:extLst>
                <a:ext uri="{FF2B5EF4-FFF2-40B4-BE49-F238E27FC236}">
                  <ns2:creationId id="{706402D0-8C90-4945-9D84-2B30B1730D9F}"/>
                </a:ext>
              </a:extLst>
            </p:cNvPr>
            <p:cNvSpPr>
              <a:spLocks noGrp="1"/>
            </p:cNvSpPr>
            <p:nvPr/>
          </p:nvSpPr>
          <p:spPr>
            <a:xfrm>
              <a:off x="1266539" y="4078376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13" name="真机NPU :: NPU-走线5">
              <a:extLst>
                <a:ext uri="{FF2B5EF4-FFF2-40B4-BE49-F238E27FC236}">
                  <ns2:creationId id="{08CD2C0B-6B18-4CD0-8C6C-645CE50F38E4}"/>
                </a:ext>
              </a:extLst>
            </p:cNvPr>
            <p:cNvSpPr>
              <a:spLocks noGrp="1"/>
            </p:cNvSpPr>
            <p:nvPr/>
          </p:nvSpPr>
          <p:spPr>
            <a:xfrm>
              <a:off x="1435132" y="4145432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14" name="真机NPU :: NPU-走线6">
              <a:extLst>
                <a:ext uri="{FF2B5EF4-FFF2-40B4-BE49-F238E27FC236}">
                  <ns2:creationId id="{68E0BA39-CCFA-4985-A424-D744402B0825}"/>
                </a:ext>
              </a:extLst>
            </p:cNvPr>
            <p:cNvSpPr>
              <a:spLocks noGrp="1"/>
            </p:cNvSpPr>
            <p:nvPr/>
          </p:nvSpPr>
          <p:spPr>
            <a:xfrm>
              <a:off x="1603724" y="4212488"/>
              <a:ext cx="932879" cy="973988"/>
            </a:xfrm>
            <a:custGeom>
              <a:pathLst>
                <a:path w="932879" h="973988">
                  <a:moveTo>
                    <a:pt x="932879" y="0"/>
                  </a:moveTo>
                  <a:lnTo>
                    <a:pt x="0" y="973988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15" name="真机NPU :: NPU-元件0侧">
              <a:extLst>
                <a:ext uri="{FF2B5EF4-FFF2-40B4-BE49-F238E27FC236}">
                  <ns2:creationId id="{1A7994D7-9453-4F87-8D7D-3EFB987192DB}"/>
                </a:ext>
              </a:extLst>
            </p:cNvPr>
            <p:cNvSpPr>
              <a:spLocks noGrp="1"/>
            </p:cNvSpPr>
            <p:nvPr/>
          </p:nvSpPr>
          <p:spPr>
            <a:xfrm>
              <a:off x="1395794" y="3775939"/>
              <a:ext cx="168593" cy="208559"/>
            </a:xfrm>
            <a:custGeom>
              <a:pathLst>
                <a:path w="168593" h="208559">
                  <a:moveTo>
                    <a:pt x="0" y="0"/>
                  </a:moveTo>
                  <a:lnTo>
                    <a:pt x="168593" y="67056"/>
                  </a:lnTo>
                  <a:lnTo>
                    <a:pt x="78677" y="160934"/>
                  </a:lnTo>
                  <a:lnTo>
                    <a:pt x="78677" y="208559"/>
                  </a:lnTo>
                  <a:lnTo>
                    <a:pt x="168593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16" name="真机NPU :: NPU-元件0">
              <a:extLst>
                <a:ext uri="{FF2B5EF4-FFF2-40B4-BE49-F238E27FC236}">
                  <ns2:creationId id="{7022DF7F-8352-4A3D-813F-550954DAB161}"/>
                </a:ext>
              </a:extLst>
            </p:cNvPr>
            <p:cNvSpPr>
              <a:spLocks noGrp="1"/>
            </p:cNvSpPr>
            <p:nvPr/>
          </p:nvSpPr>
          <p:spPr>
            <a:xfrm>
              <a:off x="1305878" y="3775939"/>
              <a:ext cx="258509" cy="160934"/>
            </a:xfrm>
            <a:custGeom>
              <a:pathLst>
                <a:path w="258509" h="160934">
                  <a:moveTo>
                    <a:pt x="89916" y="0"/>
                  </a:moveTo>
                  <a:lnTo>
                    <a:pt x="258509" y="67056"/>
                  </a:lnTo>
                  <a:lnTo>
                    <a:pt x="168593" y="160934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17" name="真机NPU :: NPU-元件1侧">
              <a:extLst>
                <a:ext uri="{FF2B5EF4-FFF2-40B4-BE49-F238E27FC236}">
                  <ns2:creationId id="{F3ED65B6-6201-4047-B82D-75301BFB1616}"/>
                </a:ext>
              </a:extLst>
            </p:cNvPr>
            <p:cNvSpPr>
              <a:spLocks noGrp="1"/>
            </p:cNvSpPr>
            <p:nvPr/>
          </p:nvSpPr>
          <p:spPr>
            <a:xfrm>
              <a:off x="1738598" y="3879875"/>
              <a:ext cx="168593" cy="196825"/>
            </a:xfrm>
            <a:custGeom>
              <a:pathLst>
                <a:path w="168593" h="196825">
                  <a:moveTo>
                    <a:pt x="0" y="0"/>
                  </a:moveTo>
                  <a:lnTo>
                    <a:pt x="168593" y="67056"/>
                  </a:lnTo>
                  <a:lnTo>
                    <a:pt x="89916" y="149200"/>
                  </a:lnTo>
                  <a:lnTo>
                    <a:pt x="89916" y="196825"/>
                  </a:lnTo>
                  <a:lnTo>
                    <a:pt x="168593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18" name="真机NPU :: NPU-元件1">
              <a:extLst>
                <a:ext uri="{FF2B5EF4-FFF2-40B4-BE49-F238E27FC236}">
                  <ns2:creationId id="{F310D1B5-993E-4BEF-801A-35619B20E30B}"/>
                </a:ext>
              </a:extLst>
            </p:cNvPr>
            <p:cNvSpPr>
              <a:spLocks noGrp="1"/>
            </p:cNvSpPr>
            <p:nvPr/>
          </p:nvSpPr>
          <p:spPr>
            <a:xfrm>
              <a:off x="1659922" y="3879875"/>
              <a:ext cx="247269" cy="149200"/>
            </a:xfrm>
            <a:custGeom>
              <a:pathLst>
                <a:path w="247269" h="149200">
                  <a:moveTo>
                    <a:pt x="78676" y="0"/>
                  </a:moveTo>
                  <a:lnTo>
                    <a:pt x="247269" y="67056"/>
                  </a:lnTo>
                  <a:lnTo>
                    <a:pt x="168593" y="149200"/>
                  </a:lnTo>
                  <a:lnTo>
                    <a:pt x="0" y="82144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19" name="真机NPU :: NPU-元件2侧">
              <a:extLst>
                <a:ext uri="{FF2B5EF4-FFF2-40B4-BE49-F238E27FC236}">
                  <ns2:creationId id="{B1650C73-EDA0-4726-88AE-9F1AF846B2F7}"/>
                </a:ext>
              </a:extLst>
            </p:cNvPr>
            <p:cNvSpPr>
              <a:spLocks noGrp="1"/>
            </p:cNvSpPr>
            <p:nvPr/>
          </p:nvSpPr>
          <p:spPr>
            <a:xfrm>
              <a:off x="2075783" y="4013987"/>
              <a:ext cx="168592" cy="196825"/>
            </a:xfrm>
            <a:custGeom>
              <a:pathLst>
                <a:path w="168592" h="196825">
                  <a:moveTo>
                    <a:pt x="0" y="0"/>
                  </a:moveTo>
                  <a:lnTo>
                    <a:pt x="168592" y="67056"/>
                  </a:lnTo>
                  <a:lnTo>
                    <a:pt x="89916" y="149200"/>
                  </a:lnTo>
                  <a:lnTo>
                    <a:pt x="89916" y="196825"/>
                  </a:lnTo>
                  <a:lnTo>
                    <a:pt x="168592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20" name="真机NPU :: NPU-元件2">
              <a:extLst>
                <a:ext uri="{FF2B5EF4-FFF2-40B4-BE49-F238E27FC236}">
                  <ns2:creationId id="{BAD147C6-2157-4713-96CD-8FB45498EECB}"/>
                </a:ext>
              </a:extLst>
            </p:cNvPr>
            <p:cNvSpPr>
              <a:spLocks noGrp="1"/>
            </p:cNvSpPr>
            <p:nvPr/>
          </p:nvSpPr>
          <p:spPr>
            <a:xfrm>
              <a:off x="1997107" y="4013987"/>
              <a:ext cx="247269" cy="149200"/>
            </a:xfrm>
            <a:custGeom>
              <a:pathLst>
                <a:path w="247269" h="149200">
                  <a:moveTo>
                    <a:pt x="78676" y="0"/>
                  </a:moveTo>
                  <a:lnTo>
                    <a:pt x="247269" y="67056"/>
                  </a:lnTo>
                  <a:lnTo>
                    <a:pt x="168592" y="149200"/>
                  </a:lnTo>
                  <a:lnTo>
                    <a:pt x="0" y="82144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21" name="真机NPU :: NPU-元件3侧">
              <a:extLst>
                <a:ext uri="{FF2B5EF4-FFF2-40B4-BE49-F238E27FC236}">
                  <ns2:creationId id="{D6A01B1B-F313-4C68-8359-40C80881ED10}"/>
                </a:ext>
              </a:extLst>
            </p:cNvPr>
            <p:cNvSpPr>
              <a:spLocks noGrp="1"/>
            </p:cNvSpPr>
            <p:nvPr/>
          </p:nvSpPr>
          <p:spPr>
            <a:xfrm>
              <a:off x="2452307" y="4179951"/>
              <a:ext cx="202311" cy="233705"/>
            </a:xfrm>
            <a:custGeom>
              <a:pathLst>
                <a:path w="202311" h="233705">
                  <a:moveTo>
                    <a:pt x="0" y="0"/>
                  </a:moveTo>
                  <a:lnTo>
                    <a:pt x="202311" y="80467"/>
                  </a:lnTo>
                  <a:lnTo>
                    <a:pt x="101156" y="186080"/>
                  </a:lnTo>
                  <a:lnTo>
                    <a:pt x="101156" y="233705"/>
                  </a:lnTo>
                  <a:lnTo>
                    <a:pt x="202311" y="128092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22" name="真机NPU :: NPU-元件3">
              <a:extLst>
                <a:ext uri="{FF2B5EF4-FFF2-40B4-BE49-F238E27FC236}">
                  <ns2:creationId id="{71BA908A-020F-4D22-81D5-D12019DA8069}"/>
                </a:ext>
              </a:extLst>
            </p:cNvPr>
            <p:cNvSpPr>
              <a:spLocks noGrp="1"/>
            </p:cNvSpPr>
            <p:nvPr/>
          </p:nvSpPr>
          <p:spPr>
            <a:xfrm>
              <a:off x="2351151" y="4179951"/>
              <a:ext cx="303466" cy="186080"/>
            </a:xfrm>
            <a:custGeom>
              <a:pathLst>
                <a:path w="303466" h="186080">
                  <a:moveTo>
                    <a:pt x="101155" y="0"/>
                  </a:moveTo>
                  <a:lnTo>
                    <a:pt x="303466" y="80467"/>
                  </a:lnTo>
                  <a:lnTo>
                    <a:pt x="202311" y="186080"/>
                  </a:lnTo>
                  <a:lnTo>
                    <a:pt x="0" y="105613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23" name="真机NPU :: NPU-元件4侧">
              <a:extLst>
                <a:ext uri="{FF2B5EF4-FFF2-40B4-BE49-F238E27FC236}">
                  <ns2:creationId id="{E85DD751-EA3A-43BF-AADD-481C6C28EE7F}"/>
                </a:ext>
              </a:extLst>
            </p:cNvPr>
            <p:cNvSpPr>
              <a:spLocks noGrp="1"/>
            </p:cNvSpPr>
            <p:nvPr/>
          </p:nvSpPr>
          <p:spPr>
            <a:xfrm>
              <a:off x="2446687" y="4453204"/>
              <a:ext cx="168593" cy="208559"/>
            </a:xfrm>
            <a:custGeom>
              <a:pathLst>
                <a:path w="168593" h="208559">
                  <a:moveTo>
                    <a:pt x="0" y="0"/>
                  </a:moveTo>
                  <a:lnTo>
                    <a:pt x="168593" y="67056"/>
                  </a:lnTo>
                  <a:lnTo>
                    <a:pt x="78677" y="160934"/>
                  </a:lnTo>
                  <a:lnTo>
                    <a:pt x="78677" y="208559"/>
                  </a:lnTo>
                  <a:lnTo>
                    <a:pt x="168593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24" name="真机NPU :: NPU-元件4">
              <a:extLst>
                <a:ext uri="{FF2B5EF4-FFF2-40B4-BE49-F238E27FC236}">
                  <ns2:creationId id="{04CCCAD5-8EF7-4DED-8275-AEF34A1DB11A}"/>
                </a:ext>
              </a:extLst>
            </p:cNvPr>
            <p:cNvSpPr>
              <a:spLocks noGrp="1"/>
            </p:cNvSpPr>
            <p:nvPr/>
          </p:nvSpPr>
          <p:spPr>
            <a:xfrm>
              <a:off x="2356771" y="4453204"/>
              <a:ext cx="258509" cy="160934"/>
            </a:xfrm>
            <a:custGeom>
              <a:pathLst>
                <a:path w="258509" h="160934">
                  <a:moveTo>
                    <a:pt x="89916" y="0"/>
                  </a:moveTo>
                  <a:lnTo>
                    <a:pt x="258509" y="67056"/>
                  </a:lnTo>
                  <a:lnTo>
                    <a:pt x="168593" y="160934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25" name="真机NPU :: NPU-元件5侧">
              <a:extLst>
                <a:ext uri="{FF2B5EF4-FFF2-40B4-BE49-F238E27FC236}">
                  <ns2:creationId id="{E57F2900-098B-4F00-975B-96B933959FB7}"/>
                </a:ext>
              </a:extLst>
            </p:cNvPr>
            <p:cNvSpPr>
              <a:spLocks noGrp="1"/>
            </p:cNvSpPr>
            <p:nvPr/>
          </p:nvSpPr>
          <p:spPr>
            <a:xfrm>
              <a:off x="2244376" y="4713046"/>
              <a:ext cx="168592" cy="208559"/>
            </a:xfrm>
            <a:custGeom>
              <a:pathLst>
                <a:path w="168592" h="208559">
                  <a:moveTo>
                    <a:pt x="0" y="0"/>
                  </a:moveTo>
                  <a:lnTo>
                    <a:pt x="168592" y="67056"/>
                  </a:lnTo>
                  <a:lnTo>
                    <a:pt x="78676" y="160934"/>
                  </a:lnTo>
                  <a:lnTo>
                    <a:pt x="78676" y="208559"/>
                  </a:lnTo>
                  <a:lnTo>
                    <a:pt x="168592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26" name="真机NPU :: NPU-元件5">
              <a:extLst>
                <a:ext uri="{FF2B5EF4-FFF2-40B4-BE49-F238E27FC236}">
                  <ns2:creationId id="{E9146D91-AEAF-40A0-9DBB-F9E5B84F7575}"/>
                </a:ext>
              </a:extLst>
            </p:cNvPr>
            <p:cNvSpPr>
              <a:spLocks noGrp="1"/>
            </p:cNvSpPr>
            <p:nvPr/>
          </p:nvSpPr>
          <p:spPr>
            <a:xfrm>
              <a:off x="2154460" y="4713046"/>
              <a:ext cx="258508" cy="160934"/>
            </a:xfrm>
            <a:custGeom>
              <a:pathLst>
                <a:path w="258508" h="160934">
                  <a:moveTo>
                    <a:pt x="89916" y="0"/>
                  </a:moveTo>
                  <a:lnTo>
                    <a:pt x="258508" y="67056"/>
                  </a:lnTo>
                  <a:lnTo>
                    <a:pt x="168592" y="160934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27" name="真机NPU :: NPU-元件6侧">
              <a:extLst>
                <a:ext uri="{FF2B5EF4-FFF2-40B4-BE49-F238E27FC236}">
                  <ns2:creationId id="{E30237CD-DCD3-4FE3-AAAC-4BF866BE67C9}"/>
                </a:ext>
              </a:extLst>
            </p:cNvPr>
            <p:cNvSpPr>
              <a:spLocks noGrp="1"/>
            </p:cNvSpPr>
            <p:nvPr/>
          </p:nvSpPr>
          <p:spPr>
            <a:xfrm>
              <a:off x="1969008" y="4976241"/>
              <a:ext cx="168592" cy="220294"/>
            </a:xfrm>
            <a:custGeom>
              <a:pathLst>
                <a:path w="168592" h="220294">
                  <a:moveTo>
                    <a:pt x="0" y="0"/>
                  </a:moveTo>
                  <a:lnTo>
                    <a:pt x="168592" y="67056"/>
                  </a:lnTo>
                  <a:lnTo>
                    <a:pt x="67437" y="172669"/>
                  </a:lnTo>
                  <a:lnTo>
                    <a:pt x="67437" y="220294"/>
                  </a:lnTo>
                  <a:lnTo>
                    <a:pt x="168592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28" name="真机NPU :: NPU-元件6">
              <a:extLst>
                <a:ext uri="{FF2B5EF4-FFF2-40B4-BE49-F238E27FC236}">
                  <ns2:creationId id="{8FFB67FF-D2FA-4785-9DCC-CBAC6FCF4E22}"/>
                </a:ext>
              </a:extLst>
            </p:cNvPr>
            <p:cNvSpPr>
              <a:spLocks noGrp="1"/>
            </p:cNvSpPr>
            <p:nvPr/>
          </p:nvSpPr>
          <p:spPr>
            <a:xfrm>
              <a:off x="1867853" y="4976241"/>
              <a:ext cx="269748" cy="172669"/>
            </a:xfrm>
            <a:custGeom>
              <a:pathLst>
                <a:path w="269748" h="172669">
                  <a:moveTo>
                    <a:pt x="101156" y="0"/>
                  </a:moveTo>
                  <a:lnTo>
                    <a:pt x="269748" y="67056"/>
                  </a:lnTo>
                  <a:lnTo>
                    <a:pt x="168592" y="172669"/>
                  </a:lnTo>
                  <a:lnTo>
                    <a:pt x="0" y="105613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29" name="真机NPU :: NPU-元件7侧">
              <a:extLst>
                <a:ext uri="{FF2B5EF4-FFF2-40B4-BE49-F238E27FC236}">
                  <ns2:creationId id="{E25CFFBE-7ACD-4B87-9871-ED19E9B99916}"/>
                </a:ext>
              </a:extLst>
            </p:cNvPr>
            <p:cNvSpPr>
              <a:spLocks noGrp="1"/>
            </p:cNvSpPr>
            <p:nvPr/>
          </p:nvSpPr>
          <p:spPr>
            <a:xfrm>
              <a:off x="1491329" y="4964506"/>
              <a:ext cx="185452" cy="215265"/>
            </a:xfrm>
            <a:custGeom>
              <a:pathLst>
                <a:path w="185452" h="215265">
                  <a:moveTo>
                    <a:pt x="0" y="0"/>
                  </a:moveTo>
                  <a:lnTo>
                    <a:pt x="185452" y="73762"/>
                  </a:lnTo>
                  <a:lnTo>
                    <a:pt x="95536" y="167640"/>
                  </a:lnTo>
                  <a:lnTo>
                    <a:pt x="95536" y="215265"/>
                  </a:lnTo>
                  <a:lnTo>
                    <a:pt x="185452" y="121387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30" name="真机NPU :: NPU-元件7">
              <a:extLst>
                <a:ext uri="{FF2B5EF4-FFF2-40B4-BE49-F238E27FC236}">
                  <ns2:creationId id="{DE9BB57A-3D1D-4BFA-A14D-E7BC08C5639A}"/>
                </a:ext>
              </a:extLst>
            </p:cNvPr>
            <p:cNvSpPr>
              <a:spLocks noGrp="1"/>
            </p:cNvSpPr>
            <p:nvPr/>
          </p:nvSpPr>
          <p:spPr>
            <a:xfrm>
              <a:off x="1401413" y="4964506"/>
              <a:ext cx="275368" cy="167640"/>
            </a:xfrm>
            <a:custGeom>
              <a:pathLst>
                <a:path w="275368" h="167640">
                  <a:moveTo>
                    <a:pt x="89916" y="0"/>
                  </a:moveTo>
                  <a:lnTo>
                    <a:pt x="275368" y="73762"/>
                  </a:lnTo>
                  <a:lnTo>
                    <a:pt x="185452" y="167640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31" name="真机NPU :: NPU-元件8侧">
              <a:extLst>
                <a:ext uri="{FF2B5EF4-FFF2-40B4-BE49-F238E27FC236}">
                  <ns2:creationId id="{0ABC45FC-18F4-436B-B1F3-C61A5D72526E}"/>
                </a:ext>
              </a:extLst>
            </p:cNvPr>
            <p:cNvSpPr>
              <a:spLocks noGrp="1"/>
            </p:cNvSpPr>
            <p:nvPr/>
          </p:nvSpPr>
          <p:spPr>
            <a:xfrm>
              <a:off x="1171004" y="4837100"/>
              <a:ext cx="168593" cy="208559"/>
            </a:xfrm>
            <a:custGeom>
              <a:pathLst>
                <a:path w="168593" h="208559">
                  <a:moveTo>
                    <a:pt x="0" y="0"/>
                  </a:moveTo>
                  <a:lnTo>
                    <a:pt x="168593" y="67056"/>
                  </a:lnTo>
                  <a:lnTo>
                    <a:pt x="78677" y="160934"/>
                  </a:lnTo>
                  <a:lnTo>
                    <a:pt x="78677" y="208559"/>
                  </a:lnTo>
                  <a:lnTo>
                    <a:pt x="168593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32" name="真机NPU :: NPU-元件8">
              <a:extLst>
                <a:ext uri="{FF2B5EF4-FFF2-40B4-BE49-F238E27FC236}">
                  <ns2:creationId id="{71E87D69-6778-4D35-B10C-D4B14AB08F65}"/>
                </a:ext>
              </a:extLst>
            </p:cNvPr>
            <p:cNvSpPr>
              <a:spLocks noGrp="1"/>
            </p:cNvSpPr>
            <p:nvPr/>
          </p:nvSpPr>
          <p:spPr>
            <a:xfrm>
              <a:off x="1081088" y="4837100"/>
              <a:ext cx="258509" cy="160934"/>
            </a:xfrm>
            <a:custGeom>
              <a:pathLst>
                <a:path w="258509" h="160934">
                  <a:moveTo>
                    <a:pt x="89916" y="0"/>
                  </a:moveTo>
                  <a:lnTo>
                    <a:pt x="258509" y="67056"/>
                  </a:lnTo>
                  <a:lnTo>
                    <a:pt x="168593" y="160934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33" name="真机NPU :: NPU-元件9侧">
              <a:extLst>
                <a:ext uri="{FF2B5EF4-FFF2-40B4-BE49-F238E27FC236}">
                  <ns2:creationId id="{017C4C04-403D-434D-90A8-80D9131B36A4}"/>
                </a:ext>
              </a:extLst>
            </p:cNvPr>
            <p:cNvSpPr>
              <a:spLocks noGrp="1"/>
            </p:cNvSpPr>
            <p:nvPr/>
          </p:nvSpPr>
          <p:spPr>
            <a:xfrm>
              <a:off x="839438" y="4672813"/>
              <a:ext cx="168592" cy="220294"/>
            </a:xfrm>
            <a:custGeom>
              <a:pathLst>
                <a:path w="168592" h="220294">
                  <a:moveTo>
                    <a:pt x="0" y="0"/>
                  </a:moveTo>
                  <a:lnTo>
                    <a:pt x="168592" y="67056"/>
                  </a:lnTo>
                  <a:lnTo>
                    <a:pt x="67437" y="172669"/>
                  </a:lnTo>
                  <a:lnTo>
                    <a:pt x="67437" y="220294"/>
                  </a:lnTo>
                  <a:lnTo>
                    <a:pt x="168592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34" name="真机NPU :: NPU-元件9">
              <a:extLst>
                <a:ext uri="{FF2B5EF4-FFF2-40B4-BE49-F238E27FC236}">
                  <ns2:creationId id="{7A95FAF9-9A44-44AE-BE7D-DBF8ED096192}"/>
                </a:ext>
              </a:extLst>
            </p:cNvPr>
            <p:cNvSpPr>
              <a:spLocks noGrp="1"/>
            </p:cNvSpPr>
            <p:nvPr/>
          </p:nvSpPr>
          <p:spPr>
            <a:xfrm>
              <a:off x="738283" y="4672813"/>
              <a:ext cx="269748" cy="172669"/>
            </a:xfrm>
            <a:custGeom>
              <a:pathLst>
                <a:path w="269748" h="172669">
                  <a:moveTo>
                    <a:pt x="101155" y="0"/>
                  </a:moveTo>
                  <a:lnTo>
                    <a:pt x="269748" y="67056"/>
                  </a:lnTo>
                  <a:lnTo>
                    <a:pt x="168592" y="172669"/>
                  </a:lnTo>
                  <a:lnTo>
                    <a:pt x="0" y="105613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35" name="真机NPU :: NPU-元件10侧">
              <a:extLst>
                <a:ext uri="{FF2B5EF4-FFF2-40B4-BE49-F238E27FC236}">
                  <ns2:creationId id="{4DC4D6A0-2705-4506-B42F-57CB30355D82}"/>
                </a:ext>
              </a:extLst>
            </p:cNvPr>
            <p:cNvSpPr>
              <a:spLocks noGrp="1"/>
            </p:cNvSpPr>
            <p:nvPr/>
          </p:nvSpPr>
          <p:spPr>
            <a:xfrm>
              <a:off x="805720" y="4367708"/>
              <a:ext cx="168592" cy="208559"/>
            </a:xfrm>
            <a:custGeom>
              <a:pathLst>
                <a:path w="168592" h="208559">
                  <a:moveTo>
                    <a:pt x="0" y="0"/>
                  </a:moveTo>
                  <a:lnTo>
                    <a:pt x="168592" y="67056"/>
                  </a:lnTo>
                  <a:lnTo>
                    <a:pt x="78676" y="160934"/>
                  </a:lnTo>
                  <a:lnTo>
                    <a:pt x="78676" y="208559"/>
                  </a:lnTo>
                  <a:lnTo>
                    <a:pt x="168592" y="114681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36" name="真机NPU :: NPU-元件10">
              <a:extLst>
                <a:ext uri="{FF2B5EF4-FFF2-40B4-BE49-F238E27FC236}">
                  <ns2:creationId id="{614E6789-08A0-4DCF-A813-C719B9189249}"/>
                </a:ext>
              </a:extLst>
            </p:cNvPr>
            <p:cNvSpPr>
              <a:spLocks noGrp="1"/>
            </p:cNvSpPr>
            <p:nvPr/>
          </p:nvSpPr>
          <p:spPr>
            <a:xfrm>
              <a:off x="715804" y="4367708"/>
              <a:ext cx="258508" cy="160934"/>
            </a:xfrm>
            <a:custGeom>
              <a:pathLst>
                <a:path w="258508" h="160934">
                  <a:moveTo>
                    <a:pt x="89916" y="0"/>
                  </a:moveTo>
                  <a:lnTo>
                    <a:pt x="258508" y="67056"/>
                  </a:lnTo>
                  <a:lnTo>
                    <a:pt x="168592" y="160934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37" name="真机NPU :: NPU-元件11侧">
              <a:extLst>
                <a:ext uri="{FF2B5EF4-FFF2-40B4-BE49-F238E27FC236}">
                  <ns2:creationId id="{D6993BD0-9DFE-4BE2-9F2B-C0FBADB62A4F}"/>
                </a:ext>
              </a:extLst>
            </p:cNvPr>
            <p:cNvSpPr>
              <a:spLocks noGrp="1"/>
            </p:cNvSpPr>
            <p:nvPr/>
          </p:nvSpPr>
          <p:spPr>
            <a:xfrm>
              <a:off x="1024890" y="4114571"/>
              <a:ext cx="185452" cy="215265"/>
            </a:xfrm>
            <a:custGeom>
              <a:pathLst>
                <a:path w="185452" h="215265">
                  <a:moveTo>
                    <a:pt x="0" y="0"/>
                  </a:moveTo>
                  <a:lnTo>
                    <a:pt x="185452" y="73762"/>
                  </a:lnTo>
                  <a:lnTo>
                    <a:pt x="95536" y="167640"/>
                  </a:lnTo>
                  <a:lnTo>
                    <a:pt x="95536" y="215265"/>
                  </a:lnTo>
                  <a:lnTo>
                    <a:pt x="185452" y="121387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38" name="真机NPU :: NPU-元件11">
              <a:extLst>
                <a:ext uri="{FF2B5EF4-FFF2-40B4-BE49-F238E27FC236}">
                  <ns2:creationId id="{2538A731-0579-4B1F-B065-08163535AE29}"/>
                </a:ext>
              </a:extLst>
            </p:cNvPr>
            <p:cNvSpPr>
              <a:spLocks noGrp="1"/>
            </p:cNvSpPr>
            <p:nvPr/>
          </p:nvSpPr>
          <p:spPr>
            <a:xfrm>
              <a:off x="934974" y="4114571"/>
              <a:ext cx="275368" cy="167640"/>
            </a:xfrm>
            <a:custGeom>
              <a:pathLst>
                <a:path w="275368" h="167640">
                  <a:moveTo>
                    <a:pt x="89916" y="0"/>
                  </a:moveTo>
                  <a:lnTo>
                    <a:pt x="275368" y="73762"/>
                  </a:lnTo>
                  <a:lnTo>
                    <a:pt x="185452" y="167640"/>
                  </a:lnTo>
                  <a:lnTo>
                    <a:pt x="0" y="93878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39" name="真机NPU :: NPU-引脚0-0">
              <a:extLst>
                <a:ext uri="{FF2B5EF4-FFF2-40B4-BE49-F238E27FC236}">
                  <ns2:creationId id="{46BAB520-2A88-4984-8601-7BF147A479CA}"/>
                </a:ext>
              </a:extLst>
            </p:cNvPr>
            <p:cNvSpPr>
              <a:spLocks noGrp="1"/>
            </p:cNvSpPr>
            <p:nvPr/>
          </p:nvSpPr>
          <p:spPr>
            <a:xfrm>
              <a:off x="1592485" y="4041419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0" name="真机NPU :: NPU-引脚0-1">
              <a:extLst>
                <a:ext uri="{FF2B5EF4-FFF2-40B4-BE49-F238E27FC236}">
                  <ns2:creationId id="{A5DD3DE5-F343-4E38-8A92-2B21881238B7}"/>
                </a:ext>
              </a:extLst>
            </p:cNvPr>
            <p:cNvSpPr>
              <a:spLocks noGrp="1"/>
            </p:cNvSpPr>
            <p:nvPr/>
          </p:nvSpPr>
          <p:spPr>
            <a:xfrm>
              <a:off x="1019270" y="4639894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1" name="真机NPU :: NPU-引脚0-2">
              <a:extLst>
                <a:ext uri="{FF2B5EF4-FFF2-40B4-BE49-F238E27FC236}">
                  <ns2:creationId id="{0B1F7E98-7829-4437-92D5-C621D8069774}"/>
                </a:ext>
              </a:extLst>
            </p:cNvPr>
            <p:cNvSpPr>
              <a:spLocks noGrp="1"/>
            </p:cNvSpPr>
            <p:nvPr/>
          </p:nvSpPr>
          <p:spPr>
            <a:xfrm>
              <a:off x="1384554" y="4098417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2" name="真机NPU :: NPU-引脚0-3">
              <a:extLst>
                <a:ext uri="{FF2B5EF4-FFF2-40B4-BE49-F238E27FC236}">
                  <ns2:creationId id="{4AEA2972-286D-41F1-A6DB-570E17F3EF96}"/>
                </a:ext>
              </a:extLst>
            </p:cNvPr>
            <p:cNvSpPr>
              <a:spLocks noGrp="1"/>
            </p:cNvSpPr>
            <p:nvPr/>
          </p:nvSpPr>
          <p:spPr>
            <a:xfrm>
              <a:off x="2227517" y="4433697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3" name="真机NPU :: NPU-引脚1-0">
              <a:extLst>
                <a:ext uri="{FF2B5EF4-FFF2-40B4-BE49-F238E27FC236}">
                  <ns2:creationId id="{EBCA5621-3262-4B06-AFDD-BDD0DD718253}"/>
                </a:ext>
              </a:extLst>
            </p:cNvPr>
            <p:cNvSpPr>
              <a:spLocks noGrp="1"/>
            </p:cNvSpPr>
            <p:nvPr/>
          </p:nvSpPr>
          <p:spPr>
            <a:xfrm>
              <a:off x="1661608" y="4068912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4" name="真机NPU :: NPU-引脚1-1">
              <a:extLst>
                <a:ext uri="{FF2B5EF4-FFF2-40B4-BE49-F238E27FC236}">
                  <ns2:creationId id="{9CF0C277-0180-4EC4-A380-78507B4816A9}"/>
                </a:ext>
              </a:extLst>
            </p:cNvPr>
            <p:cNvSpPr>
              <a:spLocks noGrp="1"/>
            </p:cNvSpPr>
            <p:nvPr/>
          </p:nvSpPr>
          <p:spPr>
            <a:xfrm>
              <a:off x="1088393" y="4667387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5" name="真机NPU :: NPU-引脚1-2">
              <a:extLst>
                <a:ext uri="{FF2B5EF4-FFF2-40B4-BE49-F238E27FC236}">
                  <ns2:creationId id="{032D5C37-654D-4946-9F8A-23C92F9DD548}"/>
                </a:ext>
              </a:extLst>
            </p:cNvPr>
            <p:cNvSpPr>
              <a:spLocks noGrp="1"/>
            </p:cNvSpPr>
            <p:nvPr/>
          </p:nvSpPr>
          <p:spPr>
            <a:xfrm>
              <a:off x="1338472" y="4146530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6" name="真机NPU :: NPU-引脚1-3">
              <a:extLst>
                <a:ext uri="{FF2B5EF4-FFF2-40B4-BE49-F238E27FC236}">
                  <ns2:creationId id="{106D6751-4443-4D1C-AD27-922D675C2DA3}"/>
                </a:ext>
              </a:extLst>
            </p:cNvPr>
            <p:cNvSpPr>
              <a:spLocks noGrp="1"/>
            </p:cNvSpPr>
            <p:nvPr/>
          </p:nvSpPr>
          <p:spPr>
            <a:xfrm>
              <a:off x="2181435" y="4481810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7" name="真机NPU :: NPU-引脚2-0">
              <a:extLst>
                <a:ext uri="{FF2B5EF4-FFF2-40B4-BE49-F238E27FC236}">
                  <ns2:creationId id="{8D089C63-1F36-4E68-BBEC-06BA37B1E8B1}"/>
                </a:ext>
              </a:extLst>
            </p:cNvPr>
            <p:cNvSpPr>
              <a:spLocks noGrp="1"/>
            </p:cNvSpPr>
            <p:nvPr/>
          </p:nvSpPr>
          <p:spPr>
            <a:xfrm>
              <a:off x="1730731" y="4096405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8" name="真机NPU :: NPU-引脚2-1">
              <a:extLst>
                <a:ext uri="{FF2B5EF4-FFF2-40B4-BE49-F238E27FC236}">
                  <ns2:creationId id="{1D9D07DA-3122-4D48-A41C-85F45313E8F2}"/>
                </a:ext>
              </a:extLst>
            </p:cNvPr>
            <p:cNvSpPr>
              <a:spLocks noGrp="1"/>
            </p:cNvSpPr>
            <p:nvPr/>
          </p:nvSpPr>
          <p:spPr>
            <a:xfrm>
              <a:off x="1157516" y="4694880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49" name="真机NPU :: NPU-引脚2-2">
              <a:extLst>
                <a:ext uri="{FF2B5EF4-FFF2-40B4-BE49-F238E27FC236}">
                  <ns2:creationId id="{2C28F5C9-6611-448B-88C0-547E347E4CD8}"/>
                </a:ext>
              </a:extLst>
            </p:cNvPr>
            <p:cNvSpPr>
              <a:spLocks noGrp="1"/>
            </p:cNvSpPr>
            <p:nvPr/>
          </p:nvSpPr>
          <p:spPr>
            <a:xfrm>
              <a:off x="1292390" y="4194642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0" name="真机NPU :: NPU-引脚2-3">
              <a:extLst>
                <a:ext uri="{FF2B5EF4-FFF2-40B4-BE49-F238E27FC236}">
                  <ns2:creationId id="{3D7E2874-5DD7-4A94-BC16-D9EE90F19417}"/>
                </a:ext>
              </a:extLst>
            </p:cNvPr>
            <p:cNvSpPr>
              <a:spLocks noGrp="1"/>
            </p:cNvSpPr>
            <p:nvPr/>
          </p:nvSpPr>
          <p:spPr>
            <a:xfrm>
              <a:off x="2135353" y="4529922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1" name="真机NPU :: NPU-引脚3-0">
              <a:extLst>
                <a:ext uri="{FF2B5EF4-FFF2-40B4-BE49-F238E27FC236}">
                  <ns2:creationId id="{207924F3-07D7-466B-909F-5784205F394B}"/>
                </a:ext>
              </a:extLst>
            </p:cNvPr>
            <p:cNvSpPr>
              <a:spLocks noGrp="1"/>
            </p:cNvSpPr>
            <p:nvPr/>
          </p:nvSpPr>
          <p:spPr>
            <a:xfrm>
              <a:off x="1799854" y="4123898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2" name="真机NPU :: NPU-引脚3-1">
              <a:extLst>
                <a:ext uri="{FF2B5EF4-FFF2-40B4-BE49-F238E27FC236}">
                  <ns2:creationId id="{AE211D66-8202-483B-BB55-228A765436F8}"/>
                </a:ext>
              </a:extLst>
            </p:cNvPr>
            <p:cNvSpPr>
              <a:spLocks noGrp="1"/>
            </p:cNvSpPr>
            <p:nvPr/>
          </p:nvSpPr>
          <p:spPr>
            <a:xfrm>
              <a:off x="1226639" y="4722373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3" name="真机NPU :: NPU-引脚3-2">
              <a:extLst>
                <a:ext uri="{FF2B5EF4-FFF2-40B4-BE49-F238E27FC236}">
                  <ns2:creationId id="{CCDE569D-5AD0-4E38-AE9E-FBB86EAC2A88}"/>
                </a:ext>
              </a:extLst>
            </p:cNvPr>
            <p:cNvSpPr>
              <a:spLocks noGrp="1"/>
            </p:cNvSpPr>
            <p:nvPr/>
          </p:nvSpPr>
          <p:spPr>
            <a:xfrm>
              <a:off x="1246308" y="4242755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4" name="真机NPU :: NPU-引脚3-3">
              <a:extLst>
                <a:ext uri="{FF2B5EF4-FFF2-40B4-BE49-F238E27FC236}">
                  <ns2:creationId id="{38106C83-12C5-4B4F-B519-4EB1E5617305}"/>
                </a:ext>
              </a:extLst>
            </p:cNvPr>
            <p:cNvSpPr>
              <a:spLocks noGrp="1"/>
            </p:cNvSpPr>
            <p:nvPr/>
          </p:nvSpPr>
          <p:spPr>
            <a:xfrm>
              <a:off x="2089271" y="4578035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5" name="真机NPU :: NPU-引脚4-0">
              <a:extLst>
                <a:ext uri="{FF2B5EF4-FFF2-40B4-BE49-F238E27FC236}">
                  <ns2:creationId id="{81B47610-3823-48F0-8EC2-64E053947EFB}"/>
                </a:ext>
              </a:extLst>
            </p:cNvPr>
            <p:cNvSpPr>
              <a:spLocks noGrp="1"/>
            </p:cNvSpPr>
            <p:nvPr/>
          </p:nvSpPr>
          <p:spPr>
            <a:xfrm>
              <a:off x="1868976" y="4151391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6" name="真机NPU :: NPU-引脚4-1">
              <a:extLst>
                <a:ext uri="{FF2B5EF4-FFF2-40B4-BE49-F238E27FC236}">
                  <ns2:creationId id="{AF4268B8-1008-4D61-99D6-FE9A4FD48972}"/>
                </a:ext>
              </a:extLst>
            </p:cNvPr>
            <p:cNvSpPr>
              <a:spLocks noGrp="1"/>
            </p:cNvSpPr>
            <p:nvPr/>
          </p:nvSpPr>
          <p:spPr>
            <a:xfrm>
              <a:off x="1295762" y="4749866"/>
              <a:ext cx="56197" cy="58674"/>
            </a:xfrm>
            <a:custGeom>
              <a:pathLst>
                <a:path w="56197" h="58674">
                  <a:moveTo>
                    <a:pt x="56197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7" name="真机NPU :: NPU-引脚4-2">
              <a:extLst>
                <a:ext uri="{FF2B5EF4-FFF2-40B4-BE49-F238E27FC236}">
                  <ns2:creationId id="{E26AF205-7991-4312-807C-807410A9EAFE}"/>
                </a:ext>
              </a:extLst>
            </p:cNvPr>
            <p:cNvSpPr>
              <a:spLocks noGrp="1"/>
            </p:cNvSpPr>
            <p:nvPr/>
          </p:nvSpPr>
          <p:spPr>
            <a:xfrm>
              <a:off x="1200226" y="4290868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8" name="真机NPU :: NPU-引脚4-3">
              <a:extLst>
                <a:ext uri="{FF2B5EF4-FFF2-40B4-BE49-F238E27FC236}">
                  <ns2:creationId id="{7546CBE9-F1EF-48B2-BBAB-BDF18DEBBB95}"/>
                </a:ext>
              </a:extLst>
            </p:cNvPr>
            <p:cNvSpPr>
              <a:spLocks noGrp="1"/>
            </p:cNvSpPr>
            <p:nvPr/>
          </p:nvSpPr>
          <p:spPr>
            <a:xfrm>
              <a:off x="2043189" y="4626148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59" name="真机NPU :: NPU-引脚5-0">
              <a:extLst>
                <a:ext uri="{FF2B5EF4-FFF2-40B4-BE49-F238E27FC236}">
                  <ns2:creationId id="{75C0AAE3-E322-4312-990A-0197C78AFD7A}"/>
                </a:ext>
              </a:extLst>
            </p:cNvPr>
            <p:cNvSpPr>
              <a:spLocks noGrp="1"/>
            </p:cNvSpPr>
            <p:nvPr/>
          </p:nvSpPr>
          <p:spPr>
            <a:xfrm>
              <a:off x="1938099" y="4178884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0" name="真机NPU :: NPU-引脚5-1">
              <a:extLst>
                <a:ext uri="{FF2B5EF4-FFF2-40B4-BE49-F238E27FC236}">
                  <ns2:creationId id="{B93B7426-F589-4279-8661-B0A365C5C131}"/>
                </a:ext>
              </a:extLst>
            </p:cNvPr>
            <p:cNvSpPr>
              <a:spLocks noGrp="1"/>
            </p:cNvSpPr>
            <p:nvPr/>
          </p:nvSpPr>
          <p:spPr>
            <a:xfrm>
              <a:off x="1364885" y="4777359"/>
              <a:ext cx="56197" cy="58674"/>
            </a:xfrm>
            <a:custGeom>
              <a:pathLst>
                <a:path w="56197" h="58674">
                  <a:moveTo>
                    <a:pt x="56197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1" name="真机NPU :: NPU-引脚5-2">
              <a:extLst>
                <a:ext uri="{FF2B5EF4-FFF2-40B4-BE49-F238E27FC236}">
                  <ns2:creationId id="{08967994-6D55-45FC-A15E-3B21624705BD}"/>
                </a:ext>
              </a:extLst>
            </p:cNvPr>
            <p:cNvSpPr>
              <a:spLocks noGrp="1"/>
            </p:cNvSpPr>
            <p:nvPr/>
          </p:nvSpPr>
          <p:spPr>
            <a:xfrm>
              <a:off x="1154144" y="4338980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2" name="真机NPU :: NPU-引脚5-3">
              <a:extLst>
                <a:ext uri="{FF2B5EF4-FFF2-40B4-BE49-F238E27FC236}">
                  <ns2:creationId id="{6EB8AE78-BDF6-4373-9F15-4BB898EB5D53}"/>
                </a:ext>
              </a:extLst>
            </p:cNvPr>
            <p:cNvSpPr>
              <a:spLocks noGrp="1"/>
            </p:cNvSpPr>
            <p:nvPr/>
          </p:nvSpPr>
          <p:spPr>
            <a:xfrm>
              <a:off x="1997107" y="4674260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3" name="真机NPU :: NPU-引脚6-0">
              <a:extLst>
                <a:ext uri="{FF2B5EF4-FFF2-40B4-BE49-F238E27FC236}">
                  <ns2:creationId id="{82F5DD77-8096-4A40-A7FE-A4B1739C5306}"/>
                </a:ext>
              </a:extLst>
            </p:cNvPr>
            <p:cNvSpPr>
              <a:spLocks noGrp="1"/>
            </p:cNvSpPr>
            <p:nvPr/>
          </p:nvSpPr>
          <p:spPr>
            <a:xfrm>
              <a:off x="2007222" y="4206377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4" name="真机NPU :: NPU-引脚6-1">
              <a:extLst>
                <a:ext uri="{FF2B5EF4-FFF2-40B4-BE49-F238E27FC236}">
                  <ns2:creationId id="{75003161-4417-4F24-BCD4-29BAF7609EDC}"/>
                </a:ext>
              </a:extLst>
            </p:cNvPr>
            <p:cNvSpPr>
              <a:spLocks noGrp="1"/>
            </p:cNvSpPr>
            <p:nvPr/>
          </p:nvSpPr>
          <p:spPr>
            <a:xfrm>
              <a:off x="1434008" y="4804852"/>
              <a:ext cx="56197" cy="58674"/>
            </a:xfrm>
            <a:custGeom>
              <a:pathLst>
                <a:path w="56197" h="58674">
                  <a:moveTo>
                    <a:pt x="56197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5" name="真机NPU :: NPU-引脚6-2">
              <a:extLst>
                <a:ext uri="{FF2B5EF4-FFF2-40B4-BE49-F238E27FC236}">
                  <ns2:creationId id="{87C8FF07-E8BD-43D0-B141-E641C849F8E0}"/>
                </a:ext>
              </a:extLst>
            </p:cNvPr>
            <p:cNvSpPr>
              <a:spLocks noGrp="1"/>
            </p:cNvSpPr>
            <p:nvPr/>
          </p:nvSpPr>
          <p:spPr>
            <a:xfrm>
              <a:off x="1108062" y="4387093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6" name="真机NPU :: NPU-引脚6-3">
              <a:extLst>
                <a:ext uri="{FF2B5EF4-FFF2-40B4-BE49-F238E27FC236}">
                  <ns2:creationId id="{2AFB6D84-9C5D-4287-BD95-AC0107BF7066}"/>
                </a:ext>
              </a:extLst>
            </p:cNvPr>
            <p:cNvSpPr>
              <a:spLocks noGrp="1"/>
            </p:cNvSpPr>
            <p:nvPr/>
          </p:nvSpPr>
          <p:spPr>
            <a:xfrm>
              <a:off x="1951025" y="4722373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7" name="真机NPU :: NPU-引脚7-0">
              <a:extLst>
                <a:ext uri="{FF2B5EF4-FFF2-40B4-BE49-F238E27FC236}">
                  <ns2:creationId id="{FE241EE5-9972-4683-81D0-EFC7B3813C94}"/>
                </a:ext>
              </a:extLst>
            </p:cNvPr>
            <p:cNvSpPr>
              <a:spLocks noGrp="1"/>
            </p:cNvSpPr>
            <p:nvPr/>
          </p:nvSpPr>
          <p:spPr>
            <a:xfrm>
              <a:off x="2076345" y="4233870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8" name="真机NPU :: NPU-引脚7-1">
              <a:extLst>
                <a:ext uri="{FF2B5EF4-FFF2-40B4-BE49-F238E27FC236}">
                  <ns2:creationId id="{0B94AC16-48A5-4758-9CE5-B0A7FAB3AC3A}"/>
                </a:ext>
              </a:extLst>
            </p:cNvPr>
            <p:cNvSpPr>
              <a:spLocks noGrp="1"/>
            </p:cNvSpPr>
            <p:nvPr/>
          </p:nvSpPr>
          <p:spPr>
            <a:xfrm>
              <a:off x="1503131" y="4832345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69" name="真机NPU :: NPU-引脚7-2">
              <a:extLst>
                <a:ext uri="{FF2B5EF4-FFF2-40B4-BE49-F238E27FC236}">
                  <ns2:creationId id="{4DFEEBC6-E056-4ACB-8C26-A417B472485A}"/>
                </a:ext>
              </a:extLst>
            </p:cNvPr>
            <p:cNvSpPr>
              <a:spLocks noGrp="1"/>
            </p:cNvSpPr>
            <p:nvPr/>
          </p:nvSpPr>
          <p:spPr>
            <a:xfrm>
              <a:off x="1061980" y="4435206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0" name="真机NPU :: NPU-引脚7-3">
              <a:extLst>
                <a:ext uri="{FF2B5EF4-FFF2-40B4-BE49-F238E27FC236}">
                  <ns2:creationId id="{8DAE12D3-BE11-4B99-8588-35319A5A7116}"/>
                </a:ext>
              </a:extLst>
            </p:cNvPr>
            <p:cNvSpPr>
              <a:spLocks noGrp="1"/>
            </p:cNvSpPr>
            <p:nvPr/>
          </p:nvSpPr>
          <p:spPr>
            <a:xfrm>
              <a:off x="1904943" y="4770486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1" name="真机NPU :: NPU-引脚8-0">
              <a:extLst>
                <a:ext uri="{FF2B5EF4-FFF2-40B4-BE49-F238E27FC236}">
                  <ns2:creationId id="{1D04EBA3-C70F-48FA-B402-2F1B9BA2950A}"/>
                </a:ext>
              </a:extLst>
            </p:cNvPr>
            <p:cNvSpPr>
              <a:spLocks noGrp="1"/>
            </p:cNvSpPr>
            <p:nvPr/>
          </p:nvSpPr>
          <p:spPr>
            <a:xfrm>
              <a:off x="2145468" y="4261363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2" name="真机NPU :: NPU-引脚8-1">
              <a:extLst>
                <a:ext uri="{FF2B5EF4-FFF2-40B4-BE49-F238E27FC236}">
                  <ns2:creationId id="{38BBC0E9-6A51-4C8E-BD9D-90AEDE87528B}"/>
                </a:ext>
              </a:extLst>
            </p:cNvPr>
            <p:cNvSpPr>
              <a:spLocks noGrp="1"/>
            </p:cNvSpPr>
            <p:nvPr/>
          </p:nvSpPr>
          <p:spPr>
            <a:xfrm>
              <a:off x="1572254" y="4859838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3" name="真机NPU :: NPU-引脚8-2">
              <a:extLst>
                <a:ext uri="{FF2B5EF4-FFF2-40B4-BE49-F238E27FC236}">
                  <ns2:creationId id="{F1FD48E0-257C-4905-B878-9BD498679BB1}"/>
                </a:ext>
              </a:extLst>
            </p:cNvPr>
            <p:cNvSpPr>
              <a:spLocks noGrp="1"/>
            </p:cNvSpPr>
            <p:nvPr/>
          </p:nvSpPr>
          <p:spPr>
            <a:xfrm>
              <a:off x="1015898" y="4483318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4" name="真机NPU :: NPU-引脚8-3">
              <a:extLst>
                <a:ext uri="{FF2B5EF4-FFF2-40B4-BE49-F238E27FC236}">
                  <ns2:creationId id="{512450A2-7515-4910-85A4-4F7C01CB20BD}"/>
                </a:ext>
              </a:extLst>
            </p:cNvPr>
            <p:cNvSpPr>
              <a:spLocks noGrp="1"/>
            </p:cNvSpPr>
            <p:nvPr/>
          </p:nvSpPr>
          <p:spPr>
            <a:xfrm>
              <a:off x="1858861" y="4818598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5" name="真机NPU :: NPU-引脚9-0">
              <a:extLst>
                <a:ext uri="{FF2B5EF4-FFF2-40B4-BE49-F238E27FC236}">
                  <ns2:creationId id="{0BCD38E7-FA8B-464E-A3DD-E06A67914040}"/>
                </a:ext>
              </a:extLst>
            </p:cNvPr>
            <p:cNvSpPr>
              <a:spLocks noGrp="1"/>
            </p:cNvSpPr>
            <p:nvPr/>
          </p:nvSpPr>
          <p:spPr>
            <a:xfrm>
              <a:off x="2214591" y="4288856"/>
              <a:ext cx="56198" cy="58674"/>
            </a:xfrm>
            <a:custGeom>
              <a:pathLst>
                <a:path w="56198" h="58674">
                  <a:moveTo>
                    <a:pt x="0" y="58674"/>
                  </a:moveTo>
                  <a:lnTo>
                    <a:pt x="5619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6" name="真机NPU :: NPU-引脚9-1">
              <a:extLst>
                <a:ext uri="{FF2B5EF4-FFF2-40B4-BE49-F238E27FC236}">
                  <ns2:creationId id="{08446EC6-FF47-4B4E-9C62-96AF5E461C78}"/>
                </a:ext>
              </a:extLst>
            </p:cNvPr>
            <p:cNvSpPr>
              <a:spLocks noGrp="1"/>
            </p:cNvSpPr>
            <p:nvPr/>
          </p:nvSpPr>
          <p:spPr>
            <a:xfrm>
              <a:off x="1641377" y="4887331"/>
              <a:ext cx="56198" cy="58674"/>
            </a:xfrm>
            <a:custGeom>
              <a:pathLst>
                <a:path w="56198" h="58674">
                  <a:moveTo>
                    <a:pt x="56198" y="0"/>
                  </a:moveTo>
                  <a:lnTo>
                    <a:pt x="0" y="5867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7" name="真机NPU :: NPU-引脚9-2">
              <a:extLst>
                <a:ext uri="{FF2B5EF4-FFF2-40B4-BE49-F238E27FC236}">
                  <ns2:creationId id="{5DB21006-DFE6-4F72-8E30-9245F7102EC7}"/>
                </a:ext>
              </a:extLst>
            </p:cNvPr>
            <p:cNvSpPr>
              <a:spLocks noGrp="1"/>
            </p:cNvSpPr>
            <p:nvPr/>
          </p:nvSpPr>
          <p:spPr>
            <a:xfrm>
              <a:off x="969816" y="4531431"/>
              <a:ext cx="84296" cy="33528"/>
            </a:xfrm>
            <a:custGeom>
              <a:pathLst>
                <a:path w="84296" h="33528">
                  <a:moveTo>
                    <a:pt x="84296" y="3352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8" name="真机NPU :: NPU-引脚9-3">
              <a:extLst>
                <a:ext uri="{FF2B5EF4-FFF2-40B4-BE49-F238E27FC236}">
                  <ns2:creationId id="{F72D43D1-0496-4702-BD85-FC496FD588DC}"/>
                </a:ext>
              </a:extLst>
            </p:cNvPr>
            <p:cNvSpPr>
              <a:spLocks noGrp="1"/>
            </p:cNvSpPr>
            <p:nvPr/>
          </p:nvSpPr>
          <p:spPr>
            <a:xfrm>
              <a:off x="1812779" y="4866711"/>
              <a:ext cx="84296" cy="33528"/>
            </a:xfrm>
            <a:custGeom>
              <a:pathLst>
                <a:path w="84296" h="33528">
                  <a:moveTo>
                    <a:pt x="0" y="0"/>
                  </a:moveTo>
                  <a:lnTo>
                    <a:pt x="84296" y="33528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79" name="真机NPU :: NPU-NPU芯片侧">
              <a:extLst>
                <a:ext uri="{FF2B5EF4-FFF2-40B4-BE49-F238E27FC236}">
                  <ns2:creationId id="{AAD54F5A-20E1-4744-8846-742168326575}"/>
                </a:ext>
              </a:extLst>
            </p:cNvPr>
            <p:cNvSpPr>
              <a:spLocks noGrp="1"/>
            </p:cNvSpPr>
            <p:nvPr/>
          </p:nvSpPr>
          <p:spPr>
            <a:xfrm>
              <a:off x="1525048" y="3968496"/>
              <a:ext cx="758666" cy="974903"/>
            </a:xfrm>
            <a:custGeom>
              <a:pathLst>
                <a:path w="758666" h="974903">
                  <a:moveTo>
                    <a:pt x="0" y="0"/>
                  </a:moveTo>
                  <a:lnTo>
                    <a:pt x="758666" y="301752"/>
                  </a:lnTo>
                  <a:lnTo>
                    <a:pt x="241649" y="841553"/>
                  </a:lnTo>
                  <a:lnTo>
                    <a:pt x="241649" y="974903"/>
                  </a:lnTo>
                  <a:lnTo>
                    <a:pt x="758666" y="435102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80" name="真机NPU :: NPU-NPU芯片">
              <a:extLst>
                <a:ext uri="{FF2B5EF4-FFF2-40B4-BE49-F238E27FC236}">
                  <ns2:creationId id="{75A188C4-7430-4E49-A727-F3A11BDDE979}"/>
                </a:ext>
              </a:extLst>
            </p:cNvPr>
            <p:cNvSpPr>
              <a:spLocks noGrp="1"/>
            </p:cNvSpPr>
            <p:nvPr/>
          </p:nvSpPr>
          <p:spPr>
            <a:xfrm>
              <a:off x="1008031" y="3968496"/>
              <a:ext cx="1275683" cy="841553"/>
            </a:xfrm>
            <a:custGeom>
              <a:pathLst>
                <a:path w="1275683" h="841553">
                  <a:moveTo>
                    <a:pt x="517017" y="0"/>
                  </a:moveTo>
                  <a:lnTo>
                    <a:pt x="1275683" y="301752"/>
                  </a:lnTo>
                  <a:lnTo>
                    <a:pt x="758666" y="841553"/>
                  </a:lnTo>
                  <a:lnTo>
                    <a:pt x="0" y="539801"/>
                  </a:lnTo>
                  <a:close/>
                </a:path>
              </a:pathLst>
            </a:custGeom>
            <a:gradFill>
              <a:gsLst>
                <a:gs pos="0">
                  <a:srgbClr val="FFF8F4"/>
                </a:gs>
                <a:gs pos="100000">
                  <a:srgbClr val="F3B59C"/>
                </a:gs>
              </a:gsLst>
              <a:lin ang="5400000"/>
            </a:gradFill>
            <a:ln w="12383">
              <a:solidFill>
                <a:srgbClr val="C3422C"/>
              </a:solidFill>
            </a:ln>
          </p:spPr>
        </p:sp>
        <p:sp>
          <p:nvSpPr>
            <p:cNvPr id="81" name="真机NPU :: NPU-NPU字样">
              <a:extLst>
                <a:ext uri="{FF2B5EF4-FFF2-40B4-BE49-F238E27FC236}">
                  <ns2:creationId id="{AFBF9DAB-EAC7-4F78-B213-7A2CB04A3BE0}"/>
                </a:ext>
              </a:extLst>
            </p:cNvPr>
            <p:cNvSpPr>
              <a:spLocks noGrp="1"/>
            </p:cNvSpPr>
            <p:nvPr/>
          </p:nvSpPr>
          <p:spPr>
            <a:xfrm rot="1301382">
              <a:off x="1260920" y="4183075"/>
              <a:ext cx="786765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102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102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2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NPU</a:t>
              </a:r>
            </a:p>
          </p:txBody>
        </p:sp>
        <p:sp>
          <p:nvSpPr>
            <p:cNvPr id="82" name="真机NPU :: 真机标签">
              <a:extLst>
                <a:ext uri="{FF2B5EF4-FFF2-40B4-BE49-F238E27FC236}">
                  <ns2:creationId id="{8446CD2B-10F0-459A-9BBF-6A50874710B8}"/>
                </a:ext>
              </a:extLst>
            </p:cNvPr>
            <p:cNvSpPr>
              <a:spLocks noGrp="1"/>
            </p:cNvSpPr>
            <p:nvPr/>
          </p:nvSpPr>
          <p:spPr>
            <a:xfrm>
              <a:off x="190500" y="5667375"/>
              <a:ext cx="295275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真实NPU上板</a:t>
              </a:r>
            </a:p>
          </p:txBody>
        </p:sp>
      </p:grpSp>
      <p:cxnSp>
        <p:nvCxnSpPr>
          <p:cNvPr id="83" name="实测数据流">
            <a:extLst>
              <a:ext uri="{FF2B5EF4-FFF2-40B4-BE49-F238E27FC236}">
                <ns2:creationId id="{C67CF2B2-08A7-43DC-A80E-06377C4A0FB9}"/>
              </a:ext>
            </a:extLst>
          </p:cNvPr>
          <p:cNvCxnSpPr/>
          <p:nvPr/>
        </p:nvCxnSpPr>
        <p:spPr>
          <a:xfrm>
            <a:off x="3171825" y="4562475"/>
            <a:ext cx="638175" cy="0"/>
          </a:xfrm>
          <a:prstGeom prst="straightConnector1">
            <a:avLst/>
          </a:prstGeom>
          <a:ln w="66675">
            <a:solidFill>
              <a:srgbClr val="C3422C"/>
            </a:solidFill>
            <a:prstDash val="solid"/>
            <a:tailEnd type="triangle" w="med" len="med"/>
          </a:ln>
        </p:spPr>
      </p:cxnSp>
      <p:grpSp>
        <p:nvGrpSpPr>
          <p:cNvPr id="124" name="组件级汇总报告"/>
          <p:cNvGrpSpPr/>
          <p:nvPr/>
        </p:nvGrpSpPr>
        <p:grpSpPr>
          <a:xfrm>
            <a:off x="3933825" y="2476500"/>
            <a:ext cx="4895850" cy="4124325"/>
            <a:chOff x="3933825" y="2476500"/>
            <a:chExt cx="4895850" cy="4124325"/>
          </a:xfrm>
        </p:grpSpPr>
        <p:sp>
          <p:nvSpPr>
            <p:cNvPr id="84" name="组件级汇总报告 :: 报告外框">
              <a:extLst>
                <a:ext uri="{FF2B5EF4-FFF2-40B4-BE49-F238E27FC236}">
                  <ns2:creationId id="{5E3D9703-6C8E-439B-B39F-B8046A6FB2BE}"/>
                </a:ext>
              </a:extLst>
            </p:cNvPr>
            <p:cNvSpPr>
              <a:spLocks noGrp="1"/>
            </p:cNvSpPr>
            <p:nvPr/>
          </p:nvSpPr>
          <p:spPr>
            <a:xfrm>
              <a:off x="3933825" y="2476500"/>
              <a:ext cx="4895850" cy="4124325"/>
            </a:xfrm>
            <a:prstGeom prst="roundRect">
              <a:avLst>
                <a:gd name="adj" fmla="val 3464"/>
              </a:avLst>
            </a:prstGeom>
            <a:solidFill>
              <a:srgbClr val="FFFFFF"/>
            </a:solidFill>
            <a:ln w="38100">
              <a:solidFill>
                <a:srgbClr val="C3422C"/>
              </a:solidFill>
              <a:prstDash val="solid"/>
            </a:ln>
          </p:spPr>
        </p:sp>
        <p:sp>
          <p:nvSpPr>
            <p:cNvPr id="85" name="组件级汇总报告 :: 报告标题底色">
              <a:extLst>
                <a:ext uri="{FF2B5EF4-FFF2-40B4-BE49-F238E27FC236}">
                  <ns2:creationId id="{2B2E5636-AD85-4E6C-AAE2-FC4351B4B488}"/>
                </a:ext>
              </a:extLst>
            </p:cNvPr>
            <p:cNvSpPr>
              <a:spLocks noGrp="1"/>
            </p:cNvSpPr>
            <p:nvPr/>
          </p:nvSpPr>
          <p:spPr>
            <a:xfrm>
              <a:off x="3962400" y="2505075"/>
              <a:ext cx="4838700" cy="771525"/>
            </a:xfrm>
            <a:prstGeom prst="roundRect">
              <a:avLst>
                <a:gd name="adj" fmla="val 13580"/>
              </a:avLst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86" name="组件级汇总报告 :: 标题下缘">
              <a:extLst>
                <a:ext uri="{FF2B5EF4-FFF2-40B4-BE49-F238E27FC236}">
                  <ns2:creationId id="{362E7052-33A6-4878-808A-A0F2ECA25E70}"/>
                </a:ext>
              </a:extLst>
            </p:cNvPr>
            <p:cNvSpPr>
              <a:spLocks noGrp="1"/>
            </p:cNvSpPr>
            <p:nvPr/>
          </p:nvSpPr>
          <p:spPr>
            <a:xfrm>
              <a:off x="3962400" y="3124200"/>
              <a:ext cx="4838700" cy="190500"/>
            </a:xfrm>
            <a:prstGeom prst="rect">
              <a:avLst/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87" name="组件级汇总报告 :: 报告标题">
              <a:extLst>
                <a:ext uri="{FF2B5EF4-FFF2-40B4-BE49-F238E27FC236}">
                  <ns2:creationId id="{1672CD1C-FEDB-4342-93B9-F71044577983}"/>
                </a:ext>
              </a:extLst>
            </p:cNvPr>
            <p:cNvSpPr>
              <a:spLocks noGrp="1"/>
            </p:cNvSpPr>
            <p:nvPr/>
          </p:nvSpPr>
          <p:spPr>
            <a:xfrm>
              <a:off x="4095750" y="2628900"/>
              <a:ext cx="4572000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7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7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7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msprof实测结果</a:t>
              </a:r>
            </a:p>
          </p:txBody>
        </p:sp>
        <p:sp>
          <p:nvSpPr>
            <p:cNvPr id="88" name="组件级汇总报告 :: 统计口径">
              <a:extLst>
                <a:ext uri="{FF2B5EF4-FFF2-40B4-BE49-F238E27FC236}">
                  <ns2:creationId id="{E9630E64-1059-4B7A-A40B-4E0E1F443FDC}"/>
                </a:ext>
              </a:extLst>
            </p:cNvPr>
            <p:cNvSpPr>
              <a:spLocks noGrp="1"/>
            </p:cNvSpPr>
            <p:nvPr/>
          </p:nvSpPr>
          <p:spPr>
            <a:xfrm>
              <a:off x="4143375" y="3390900"/>
              <a:ext cx="4524375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总耗时 / 占比</a:t>
              </a:r>
            </a:p>
          </p:txBody>
        </p:sp>
        <p:sp>
          <p:nvSpPr>
            <p:cNvPr id="89" name="组件级汇总报告 :: 组件标签0">
              <a:extLst>
                <a:ext uri="{FF2B5EF4-FFF2-40B4-BE49-F238E27FC236}">
                  <ns2:creationId id="{9C77C3CB-CDB4-4D60-93DF-9A97F190F2FA}"/>
                </a:ext>
              </a:extLst>
            </p:cNvPr>
            <p:cNvSpPr>
              <a:spLocks noGrp="1"/>
            </p:cNvSpPr>
            <p:nvPr/>
          </p:nvSpPr>
          <p:spPr>
            <a:xfrm>
              <a:off x="4200525" y="4114800"/>
              <a:ext cx="866775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组件A</a:t>
              </a:r>
            </a:p>
          </p:txBody>
        </p:sp>
        <p:sp>
          <p:nvSpPr>
            <p:cNvPr id="90" name="组件级汇总报告 :: 组件背景0">
              <a:extLst>
                <a:ext uri="{FF2B5EF4-FFF2-40B4-BE49-F238E27FC236}">
                  <ns2:creationId id="{5F8B24C8-9002-43AE-AAD4-4E9805D4E2DB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4114800"/>
              <a:ext cx="3390900" cy="447675"/>
            </a:xfrm>
            <a:prstGeom prst="rect">
              <a:avLst/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91" name="组件级汇总报告 :: 组件总量0">
              <a:extLst>
                <a:ext uri="{FF2B5EF4-FFF2-40B4-BE49-F238E27FC236}">
                  <ns2:creationId id="{0756B5F9-8048-4839-B610-7363862B77ED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4114800"/>
              <a:ext cx="2571750" cy="447675"/>
            </a:xfrm>
            <a:prstGeom prst="rect">
              <a:avLst/>
            </a:prstGeom>
            <a:gradFill>
              <a:gsLst>
                <a:gs pos="0">
                  <a:srgbClr val="DC7558"/>
                </a:gs>
                <a:gs pos="100000">
                  <a:srgbClr val="CA4E32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2" name="组件级汇总报告 :: 组件标签1">
              <a:extLst>
                <a:ext uri="{FF2B5EF4-FFF2-40B4-BE49-F238E27FC236}">
                  <ns2:creationId id="{4824BD5B-F535-4F07-BC26-9E926C978B84}"/>
                </a:ext>
              </a:extLst>
            </p:cNvPr>
            <p:cNvSpPr>
              <a:spLocks noGrp="1"/>
            </p:cNvSpPr>
            <p:nvPr/>
          </p:nvSpPr>
          <p:spPr>
            <a:xfrm>
              <a:off x="4200525" y="4857750"/>
              <a:ext cx="866775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组件B</a:t>
              </a:r>
            </a:p>
          </p:txBody>
        </p:sp>
        <p:sp>
          <p:nvSpPr>
            <p:cNvPr id="93" name="组件级汇总报告 :: 组件背景1">
              <a:extLst>
                <a:ext uri="{FF2B5EF4-FFF2-40B4-BE49-F238E27FC236}">
                  <ns2:creationId id="{FC3DCDC7-F472-48B1-AC43-E68417D95C68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4857750"/>
              <a:ext cx="3390900" cy="447675"/>
            </a:xfrm>
            <a:prstGeom prst="rect">
              <a:avLst/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94" name="组件级汇总报告 :: 组件总量1">
              <a:extLst>
                <a:ext uri="{FF2B5EF4-FFF2-40B4-BE49-F238E27FC236}">
                  <ns2:creationId id="{7D57A92D-B08C-46B7-BA5C-8AC37B6847F2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4857750"/>
              <a:ext cx="1390650" cy="447675"/>
            </a:xfrm>
            <a:prstGeom prst="rect">
              <a:avLst/>
            </a:prstGeom>
            <a:gradFill>
              <a:gsLst>
                <a:gs pos="0">
                  <a:srgbClr val="DC7558"/>
                </a:gs>
                <a:gs pos="100000">
                  <a:srgbClr val="CA4E32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5" name="组件级汇总报告 :: 组件标签2">
              <a:extLst>
                <a:ext uri="{FF2B5EF4-FFF2-40B4-BE49-F238E27FC236}">
                  <ns2:creationId id="{29B59422-FEF2-4E07-BFE7-C85468749AF3}"/>
                </a:ext>
              </a:extLst>
            </p:cNvPr>
            <p:cNvSpPr>
              <a:spLocks noGrp="1"/>
            </p:cNvSpPr>
            <p:nvPr/>
          </p:nvSpPr>
          <p:spPr>
            <a:xfrm>
              <a:off x="4200525" y="5600700"/>
              <a:ext cx="866775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组件C</a:t>
              </a:r>
            </a:p>
          </p:txBody>
        </p:sp>
        <p:sp>
          <p:nvSpPr>
            <p:cNvPr id="96" name="组件级汇总报告 :: 组件背景2">
              <a:extLst>
                <a:ext uri="{FF2B5EF4-FFF2-40B4-BE49-F238E27FC236}">
                  <ns2:creationId id="{3A2422FD-AFA7-417A-BBB0-920053A98DB1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5600700"/>
              <a:ext cx="3390900" cy="447675"/>
            </a:xfrm>
            <a:prstGeom prst="rect">
              <a:avLst/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97" name="组件级汇总报告 :: 组件总量2">
              <a:extLst>
                <a:ext uri="{FF2B5EF4-FFF2-40B4-BE49-F238E27FC236}">
                  <ns2:creationId id="{15C3A623-F790-470F-A396-F9C30EF3CABF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5600700"/>
              <a:ext cx="838200" cy="447675"/>
            </a:xfrm>
            <a:prstGeom prst="rect">
              <a:avLst/>
            </a:prstGeom>
            <a:gradFill>
              <a:gsLst>
                <a:gs pos="0">
                  <a:srgbClr val="DC7558"/>
                </a:gs>
                <a:gs pos="100000">
                  <a:srgbClr val="CA4E32"/>
                </a:gs>
              </a:gsLst>
              <a:lin ang="0"/>
            </a:gradFill>
            <a:ln w="0">
              <a:noFill/>
              <a:prstDash val="solid"/>
            </a:ln>
          </p:spPr>
        </p:sp>
      </p:grpSp>
      <p:cxnSp>
        <p:nvCxnSpPr>
          <p:cNvPr id="98" name="观测缺口连接">
            <a:extLst>
              <a:ext uri="{FF2B5EF4-FFF2-40B4-BE49-F238E27FC236}">
                <ns2:creationId id="{87DD18FB-9DAC-4BA7-AA71-6BB50D83BCC2}"/>
              </a:ext>
            </a:extLst>
          </p:cNvPr>
          <p:cNvCxnSpPr/>
          <p:nvPr/>
        </p:nvCxnSpPr>
        <p:spPr>
          <a:xfrm>
            <a:off x="8924925" y="4562475"/>
            <a:ext cx="742950" cy="0"/>
          </a:xfrm>
          <a:prstGeom prst="straightConnector1">
            <a:avLst/>
          </a:prstGeom>
          <a:ln w="50483">
            <a:solidFill>
              <a:srgbClr val="C3422C"/>
            </a:solidFill>
            <a:prstDash val="dash"/>
            <a:tailEnd type="triangle" w="med" len="med"/>
          </a:ln>
        </p:spPr>
      </p:cxnSp>
      <p:grpSp>
        <p:nvGrpSpPr>
          <p:cNvPr id="125" name="阶段耗时疑问"/>
          <p:cNvGrpSpPr/>
          <p:nvPr/>
        </p:nvGrpSpPr>
        <p:grpSpPr>
          <a:xfrm>
            <a:off x="9763125" y="1590675"/>
            <a:ext cx="2238375" cy="847725"/>
            <a:chOff x="9763125" y="1590675"/>
            <a:chExt cx="2238375" cy="847725"/>
          </a:xfrm>
        </p:grpSpPr>
        <p:sp>
          <p:nvSpPr>
            <p:cNvPr id="99" name="阶段耗时疑问 :: 气泡一">
              <a:extLst>
                <a:ext uri="{FF2B5EF4-FFF2-40B4-BE49-F238E27FC236}">
                  <ns2:creationId id="{C6B22519-A23B-47CF-8AC7-F21E1E8D20D9}"/>
                </a:ext>
              </a:extLst>
            </p:cNvPr>
            <p:cNvSpPr>
              <a:spLocks noGrp="1"/>
            </p:cNvSpPr>
            <p:nvPr/>
          </p:nvSpPr>
          <p:spPr>
            <a:xfrm>
              <a:off x="9763125" y="1590675"/>
              <a:ext cx="2238375" cy="657225"/>
            </a:xfrm>
            <a:prstGeom prst="roundRect">
              <a:avLst>
                <a:gd name="adj" fmla="val 21739"/>
              </a:avLst>
            </a:prstGeom>
            <a:solidFill>
              <a:srgbClr val="FBECE6"/>
            </a:solidFill>
            <a:ln w="19050">
              <a:solidFill>
                <a:srgbClr val="C3422C"/>
              </a:solidFill>
              <a:prstDash val="solid"/>
            </a:ln>
          </p:spPr>
        </p:sp>
        <p:sp>
          <p:nvSpPr>
            <p:cNvPr id="100" name="阶段耗时疑问 :: 气泡一尾">
              <a:extLst>
                <a:ext uri="{FF2B5EF4-FFF2-40B4-BE49-F238E27FC236}">
                  <ns2:creationId id="{0998B9CC-1698-4D2C-9E6D-5D4ABF736A55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2238375"/>
              <a:ext cx="238125" cy="200025"/>
            </a:xfrm>
            <a:custGeom>
              <a:pathLst>
                <a:path w="238125" h="200025">
                  <a:moveTo>
                    <a:pt x="0" y="0"/>
                  </a:moveTo>
                  <a:lnTo>
                    <a:pt x="238125" y="20002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BECE6"/>
            </a:solidFill>
            <a:ln w="19050">
              <a:solidFill>
                <a:srgbClr val="C3422C"/>
              </a:solidFill>
            </a:ln>
          </p:spPr>
        </p:sp>
        <p:sp>
          <p:nvSpPr>
            <p:cNvPr id="101" name="阶段耗时疑问 :: 气泡一文字">
              <a:extLst>
                <a:ext uri="{FF2B5EF4-FFF2-40B4-BE49-F238E27FC236}">
                  <ns2:creationId id="{F8661CC9-3519-4369-8AE6-77E6196B2326}"/>
                </a:ext>
              </a:extLst>
            </p:cNvPr>
            <p:cNvSpPr>
              <a:spLocks noGrp="1"/>
            </p:cNvSpPr>
            <p:nvPr/>
          </p:nvSpPr>
          <p:spPr>
            <a:xfrm>
              <a:off x="9867900" y="1676400"/>
              <a:ext cx="201930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阶段耗时？</a:t>
              </a:r>
            </a:p>
          </p:txBody>
        </p:sp>
      </p:grpSp>
      <p:grpSp>
        <p:nvGrpSpPr>
          <p:cNvPr id="126" name="重叠等待疑问"/>
          <p:cNvGrpSpPr/>
          <p:nvPr/>
        </p:nvGrpSpPr>
        <p:grpSpPr>
          <a:xfrm>
            <a:off x="12477750" y="1590675"/>
            <a:ext cx="2324100" cy="847725"/>
            <a:chOff x="12477750" y="1590675"/>
            <a:chExt cx="2324100" cy="847725"/>
          </a:xfrm>
        </p:grpSpPr>
        <p:sp>
          <p:nvSpPr>
            <p:cNvPr id="102" name="重叠等待疑问 :: 气泡二">
              <a:extLst>
                <a:ext uri="{FF2B5EF4-FFF2-40B4-BE49-F238E27FC236}">
                  <ns2:creationId id="{DAC856E9-6CB0-4DB3-94E7-E6A25DA82140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1590675"/>
              <a:ext cx="2324100" cy="657225"/>
            </a:xfrm>
            <a:prstGeom prst="roundRect">
              <a:avLst>
                <a:gd name="adj" fmla="val 21739"/>
              </a:avLst>
            </a:prstGeom>
            <a:solidFill>
              <a:srgbClr val="FBECE6"/>
            </a:solidFill>
            <a:ln w="19050">
              <a:solidFill>
                <a:srgbClr val="C3422C"/>
              </a:solidFill>
              <a:prstDash val="solid"/>
            </a:ln>
          </p:spPr>
        </p:sp>
        <p:sp>
          <p:nvSpPr>
            <p:cNvPr id="103" name="重叠等待疑问 :: 气泡二尾">
              <a:extLst>
                <a:ext uri="{FF2B5EF4-FFF2-40B4-BE49-F238E27FC236}">
                  <ns2:creationId id="{F13587E9-6F41-4E33-B3D9-3152EA258A7D}"/>
                </a:ext>
              </a:extLst>
            </p:cNvPr>
            <p:cNvSpPr>
              <a:spLocks noGrp="1"/>
            </p:cNvSpPr>
            <p:nvPr/>
          </p:nvSpPr>
          <p:spPr>
            <a:xfrm>
              <a:off x="13201650" y="2238375"/>
              <a:ext cx="333375" cy="200025"/>
            </a:xfrm>
            <a:custGeom>
              <a:pathLst>
                <a:path w="333375" h="200025">
                  <a:moveTo>
                    <a:pt x="133350" y="0"/>
                  </a:moveTo>
                  <a:lnTo>
                    <a:pt x="0" y="200025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FBECE6"/>
            </a:solidFill>
            <a:ln w="19050">
              <a:solidFill>
                <a:srgbClr val="C3422C"/>
              </a:solidFill>
            </a:ln>
          </p:spPr>
        </p:sp>
        <p:sp>
          <p:nvSpPr>
            <p:cNvPr id="104" name="重叠等待疑问 :: 气泡二文字">
              <a:extLst>
                <a:ext uri="{FF2B5EF4-FFF2-40B4-BE49-F238E27FC236}">
                  <ns2:creationId id="{7DC73DC1-FD7D-4A4A-BE9E-43A681316ACC}"/>
                </a:ext>
              </a:extLst>
            </p:cNvPr>
            <p:cNvSpPr>
              <a:spLocks noGrp="1"/>
            </p:cNvSpPr>
            <p:nvPr/>
          </p:nvSpPr>
          <p:spPr>
            <a:xfrm>
              <a:off x="12544425" y="1676400"/>
              <a:ext cx="21907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2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2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重叠与等待？</a:t>
              </a:r>
            </a:p>
          </p:txBody>
        </p:sp>
      </p:grpSp>
      <p:grpSp>
        <p:nvGrpSpPr>
          <p:cNvPr id="127" name="细粒度未知时序"/>
          <p:cNvGrpSpPr/>
          <p:nvPr/>
        </p:nvGrpSpPr>
        <p:grpSpPr>
          <a:xfrm>
            <a:off x="9705975" y="2581275"/>
            <a:ext cx="5124450" cy="4029075"/>
            <a:chOff x="9705975" y="2581275"/>
            <a:chExt cx="5124450" cy="4029075"/>
          </a:xfrm>
        </p:grpSpPr>
        <p:sp>
          <p:nvSpPr>
            <p:cNvPr id="105" name="细粒度未知时序 :: 未知时序外框">
              <a:extLst>
                <a:ext uri="{FF2B5EF4-FFF2-40B4-BE49-F238E27FC236}">
                  <ns2:creationId id="{9B4992CD-E7FC-446B-88F8-7A19CBEAA5EC}"/>
                </a:ext>
              </a:extLst>
            </p:cNvPr>
            <p:cNvSpPr>
              <a:spLocks noGrp="1"/>
            </p:cNvSpPr>
            <p:nvPr/>
          </p:nvSpPr>
          <p:spPr>
            <a:xfrm>
              <a:off x="9705975" y="2581275"/>
              <a:ext cx="5124450" cy="4029075"/>
            </a:xfrm>
            <a:prstGeom prst="roundRect">
              <a:avLst>
                <a:gd name="adj" fmla="val 3073"/>
              </a:avLst>
            </a:prstGeom>
            <a:solidFill>
              <a:srgbClr val="FFFFFF"/>
            </a:solidFill>
            <a:ln w="19050">
              <a:solidFill>
                <a:srgbClr val="969696"/>
              </a:solidFill>
              <a:prstDash val="dash"/>
            </a:ln>
          </p:spPr>
        </p:sp>
        <p:sp>
          <p:nvSpPr>
            <p:cNvPr id="106" name="细粒度未知时序 :: 未知标题">
              <a:extLst>
                <a:ext uri="{FF2B5EF4-FFF2-40B4-BE49-F238E27FC236}">
                  <ns2:creationId id="{F5793F17-C07D-425F-85BF-91709F300F81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2781300"/>
              <a:ext cx="4733925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7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7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7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细粒度时序缺失</a:t>
              </a:r>
            </a:p>
          </p:txBody>
        </p:sp>
        <p:sp>
          <p:nvSpPr>
            <p:cNvPr id="107" name="细粒度未知时序 :: Kernel未知说明">
              <a:extLst>
                <a:ext uri="{FF2B5EF4-FFF2-40B4-BE49-F238E27FC236}">
                  <ns2:creationId id="{DF51CCC5-E17E-4832-9426-A8AEDB234204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3333750"/>
              <a:ext cx="4733925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Kernel内各阶段耗时未知</a:t>
              </a:r>
            </a:p>
          </p:txBody>
        </p:sp>
        <p:sp>
          <p:nvSpPr>
            <p:cNvPr id="108" name="细粒度未知时序 :: 未知阶段泳道0">
              <a:extLst>
                <a:ext uri="{FF2B5EF4-FFF2-40B4-BE49-F238E27FC236}">
                  <ns2:creationId id="{684BBB83-866C-4558-8FA2-7CD89AD52575}"/>
                </a:ext>
              </a:extLst>
            </p:cNvPr>
            <p:cNvSpPr>
              <a:spLocks noGrp="1"/>
            </p:cNvSpPr>
            <p:nvPr/>
          </p:nvSpPr>
          <p:spPr>
            <a:xfrm>
              <a:off x="9925050" y="3781425"/>
              <a:ext cx="4714875" cy="495300"/>
            </a:xfrm>
            <a:prstGeom prst="rect">
              <a:avLst/>
            </a:prstGeom>
            <a:noFill/>
            <a:ln w="19050">
              <a:solidFill>
                <a:srgbClr val="BFC0C1"/>
              </a:solidFill>
              <a:prstDash val="dash"/>
            </a:ln>
          </p:spPr>
        </p:sp>
        <p:sp>
          <p:nvSpPr>
            <p:cNvPr id="109" name="细粒度未知时序 :: 阶段耗时标签0">
              <a:extLst>
                <a:ext uri="{FF2B5EF4-FFF2-40B4-BE49-F238E27FC236}">
                  <ns2:creationId id="{91AA5328-79F6-4FAD-A9AC-3A4C92BC4B2A}"/>
                </a:ext>
              </a:extLst>
            </p:cNvPr>
            <p:cNvSpPr>
              <a:spLocks noGrp="1"/>
            </p:cNvSpPr>
            <p:nvPr/>
          </p:nvSpPr>
          <p:spPr>
            <a:xfrm>
              <a:off x="10077450" y="3810000"/>
              <a:ext cx="14668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PRE_0？</a:t>
              </a:r>
            </a:p>
          </p:txBody>
        </p:sp>
        <p:sp>
          <p:nvSpPr>
            <p:cNvPr id="110" name="细粒度未知时序 :: 未知阶段泳道1">
              <a:extLst>
                <a:ext uri="{FF2B5EF4-FFF2-40B4-BE49-F238E27FC236}">
                  <ns2:creationId id="{F77EE87C-61C4-4BC2-9E82-DADF762B5C39}"/>
                </a:ext>
              </a:extLst>
            </p:cNvPr>
            <p:cNvSpPr>
              <a:spLocks noGrp="1"/>
            </p:cNvSpPr>
            <p:nvPr/>
          </p:nvSpPr>
          <p:spPr>
            <a:xfrm>
              <a:off x="9925050" y="4486275"/>
              <a:ext cx="4714875" cy="495300"/>
            </a:xfrm>
            <a:prstGeom prst="rect">
              <a:avLst/>
            </a:prstGeom>
            <a:noFill/>
            <a:ln w="19050">
              <a:solidFill>
                <a:srgbClr val="BFC0C1"/>
              </a:solidFill>
              <a:prstDash val="dash"/>
            </a:ln>
          </p:spPr>
        </p:sp>
        <p:sp>
          <p:nvSpPr>
            <p:cNvPr id="111" name="细粒度未知时序 :: 阶段耗时标签1">
              <a:extLst>
                <a:ext uri="{FF2B5EF4-FFF2-40B4-BE49-F238E27FC236}">
                  <ns2:creationId id="{4FEB0FEE-6C29-40A5-BD5D-7E892C24775E}"/>
                </a:ext>
              </a:extLst>
            </p:cNvPr>
            <p:cNvSpPr>
              <a:spLocks noGrp="1"/>
            </p:cNvSpPr>
            <p:nvPr/>
          </p:nvSpPr>
          <p:spPr>
            <a:xfrm>
              <a:off x="10077450" y="4514850"/>
              <a:ext cx="14668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FWD_0？</a:t>
              </a:r>
            </a:p>
          </p:txBody>
        </p:sp>
        <p:sp>
          <p:nvSpPr>
            <p:cNvPr id="112" name="细粒度未知时序 :: 未知阶段泳道2">
              <a:extLst>
                <a:ext uri="{FF2B5EF4-FFF2-40B4-BE49-F238E27FC236}">
                  <ns2:creationId id="{D52EF139-290C-463A-9792-09A23F84B3A0}"/>
                </a:ext>
              </a:extLst>
            </p:cNvPr>
            <p:cNvSpPr>
              <a:spLocks noGrp="1"/>
            </p:cNvSpPr>
            <p:nvPr/>
          </p:nvSpPr>
          <p:spPr>
            <a:xfrm>
              <a:off x="9925050" y="5191125"/>
              <a:ext cx="4714875" cy="495300"/>
            </a:xfrm>
            <a:prstGeom prst="rect">
              <a:avLst/>
            </a:prstGeom>
            <a:noFill/>
            <a:ln w="19050">
              <a:solidFill>
                <a:srgbClr val="BFC0C1"/>
              </a:solidFill>
              <a:prstDash val="dash"/>
            </a:ln>
          </p:spPr>
        </p:sp>
        <p:sp>
          <p:nvSpPr>
            <p:cNvPr id="113" name="细粒度未知时序 :: 阶段耗时标签2">
              <a:extLst>
                <a:ext uri="{FF2B5EF4-FFF2-40B4-BE49-F238E27FC236}">
                  <ns2:creationId id="{B0E4D42D-032C-4C1F-8739-6ADEB2B5E2AE}"/>
                </a:ext>
              </a:extLst>
            </p:cNvPr>
            <p:cNvSpPr>
              <a:spLocks noGrp="1"/>
            </p:cNvSpPr>
            <p:nvPr/>
          </p:nvSpPr>
          <p:spPr>
            <a:xfrm>
              <a:off x="10077450" y="5219700"/>
              <a:ext cx="14668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其他阶段？</a:t>
              </a:r>
            </a:p>
          </p:txBody>
        </p:sp>
        <p:sp>
          <p:nvSpPr>
            <p:cNvPr id="114" name="细粒度未知时序 :: 放大镜手柄">
              <a:extLst>
                <a:ext uri="{FF2B5EF4-FFF2-40B4-BE49-F238E27FC236}">
                  <ns2:creationId id="{A3B0EE4F-6999-422E-9B0E-3548BBFB5853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12773025" y="5143500"/>
              <a:ext cx="990600" cy="180975"/>
            </a:xfrm>
            <a:prstGeom prst="roundRect">
              <a:avLst>
                <a:gd name="adj" fmla="val 42105"/>
              </a:avLst>
            </a:prstGeom>
            <a:solidFill>
              <a:srgbClr val="969696"/>
            </a:solidFill>
            <a:ln w="0">
              <a:noFill/>
              <a:prstDash val="solid"/>
            </a:ln>
          </p:spPr>
        </p:sp>
        <p:sp>
          <p:nvSpPr>
            <p:cNvPr id="115" name="细粒度未知时序 :: 放大镜圆框">
              <a:extLst>
                <a:ext uri="{FF2B5EF4-FFF2-40B4-BE49-F238E27FC236}">
                  <ns2:creationId id="{6C0923C1-ED02-409B-A673-7BACA2BF8D76}"/>
                </a:ext>
              </a:extLst>
            </p:cNvPr>
            <p:cNvSpPr>
              <a:spLocks noGrp="1"/>
            </p:cNvSpPr>
            <p:nvPr/>
          </p:nvSpPr>
          <p:spPr>
            <a:xfrm>
              <a:off x="11468100" y="3867150"/>
              <a:ext cx="1495425" cy="1495425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9C9C9C"/>
              </a:solidFill>
              <a:prstDash val="solid"/>
            </a:ln>
          </p:spPr>
        </p:sp>
        <p:sp>
          <p:nvSpPr>
            <p:cNvPr id="116" name="细粒度未知时序 :: 未知问号">
              <a:extLst>
                <a:ext uri="{FF2B5EF4-FFF2-40B4-BE49-F238E27FC236}">
                  <ns2:creationId id="{A00AEDD1-BC45-4CB4-BC44-E89997ED395B}"/>
                </a:ext>
              </a:extLst>
            </p:cNvPr>
            <p:cNvSpPr>
              <a:spLocks noGrp="1"/>
            </p:cNvSpPr>
            <p:nvPr/>
          </p:nvSpPr>
          <p:spPr>
            <a:xfrm>
              <a:off x="11515725" y="3857625"/>
              <a:ext cx="1390650" cy="14573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450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9450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450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rPr>
                <a:t>?</a:t>
              </a:r>
            </a:p>
          </p:txBody>
        </p:sp>
        <p:cxnSp>
          <p:nvCxnSpPr>
            <p:cNvPr id="117" name="细粒度未知时序 :: 时间轴">
              <a:extLst>
                <a:ext uri="{FF2B5EF4-FFF2-40B4-BE49-F238E27FC236}">
                  <ns2:creationId id="{CCA944CD-38A4-4D87-8E87-0863458DA4C8}"/>
                </a:ext>
              </a:extLst>
            </p:cNvPr>
            <p:cNvCxnSpPr/>
            <p:nvPr/>
          </p:nvCxnSpPr>
          <p:spPr>
            <a:xfrm>
              <a:off x="9925050" y="6057900"/>
              <a:ext cx="4676775" cy="0"/>
            </a:xfrm>
            <a:prstGeom prst="straightConnector1">
              <a:avLst/>
            </a:prstGeom>
            <a:ln w="26670">
              <a:solidFill>
                <a:srgbClr val="969696"/>
              </a:solidFill>
              <a:prstDash val="solid"/>
              <a:tailEnd type="triangle" w="med" len="med"/>
            </a:ln>
          </p:spPr>
        </p:cxnSp>
        <p:sp>
          <p:nvSpPr>
            <p:cNvPr id="118" name="细粒度未知时序 :: 时间标签">
              <a:extLst>
                <a:ext uri="{FF2B5EF4-FFF2-40B4-BE49-F238E27FC236}">
                  <ns2:creationId id="{57F416BF-ECBC-47E1-9F3F-8DE0F6564368}"/>
                </a:ext>
              </a:extLst>
            </p:cNvPr>
            <p:cNvSpPr>
              <a:spLocks noGrp="1"/>
            </p:cNvSpPr>
            <p:nvPr/>
          </p:nvSpPr>
          <p:spPr>
            <a:xfrm>
              <a:off x="13887450" y="6210300"/>
              <a:ext cx="75247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</a:p>
          </p:txBody>
        </p:sp>
      </p:grpSp>
      <p:grpSp>
        <p:nvGrpSpPr>
          <p:cNvPr id="128" name="痛点结论"/>
          <p:cNvGrpSpPr/>
          <p:nvPr/>
        </p:nvGrpSpPr>
        <p:grpSpPr>
          <a:xfrm>
            <a:off x="4000500" y="7210425"/>
            <a:ext cx="7258050" cy="895350"/>
            <a:chOff x="4000500" y="7210425"/>
            <a:chExt cx="7258050" cy="895350"/>
          </a:xfrm>
        </p:grpSpPr>
        <p:sp>
          <p:nvSpPr>
            <p:cNvPr id="119" name="痛点结论 :: 结论底色">
              <a:extLst>
                <a:ext uri="{FF2B5EF4-FFF2-40B4-BE49-F238E27FC236}">
                  <ns2:creationId id="{64F74164-9A59-407B-886A-FEC103FC47EB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7210425"/>
              <a:ext cx="7258050" cy="895350"/>
            </a:xfrm>
            <a:prstGeom prst="roundRect">
              <a:avLst>
                <a:gd name="adj" fmla="val 40426"/>
              </a:avLst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120" name="痛点结论 :: 结论">
              <a:extLst>
                <a:ext uri="{FF2B5EF4-FFF2-40B4-BE49-F238E27FC236}">
                  <ns2:creationId id="{D1BB1058-2952-456D-BF7A-73133B59DEDF}"/>
                </a:ext>
              </a:extLst>
            </p:cNvPr>
            <p:cNvSpPr>
              <a:spLocks noGrp="1"/>
            </p:cNvSpPr>
            <p:nvPr/>
          </p:nvSpPr>
          <p:spPr>
            <a:xfrm>
              <a:off x="4191000" y="7277100"/>
              <a:ext cx="6877050" cy="762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35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35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5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看得到总量，看不到过程</a:t>
              </a:r>
            </a:p>
          </p:txBody>
        </p:sp>
      </p:grpSp>
      <p:sp>
        <p:nvSpPr>
          <p:cNvPr id="121" name="示意说明">
            <a:extLst>
              <a:ext uri="{FF2B5EF4-FFF2-40B4-BE49-F238E27FC236}">
                <ns2:creationId id="{18D7ECB4-66C8-4768-8FD0-12B2AD7D0CB7}"/>
              </a:ext>
            </a:extLst>
          </p:cNvPr>
          <p:cNvSpPr>
            <a:spLocks noGrp="1"/>
          </p:cNvSpPr>
          <p:nvPr/>
        </p:nvSpPr>
        <p:spPr>
          <a:xfrm>
            <a:off x="12439650" y="8153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9696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 b="0">
                <a:solidFill>
                  <a:srgbClr val="9696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69696"/>
                </a:solidFill>
                <a:latin typeface="Microsoft YaHei"/>
                <a:ea typeface="Microsoft YaHei"/>
                <a:cs typeface="Microsoft YaHei"/>
              </a:rPr>
              <a:t>当前使用场景示意</a:t>
            </a:r>
          </a:p>
        </p:txBody>
      </p:sp>
    </p:spTree>
    <p:extLst>
      <p:ext uri="{BB962C8B-B14F-4D97-AF65-F5344CB8AC3E}">
        <ns3:creationId val="145062572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1" name="主标题">
            <a:extLst>
              <a:ext uri="{FF2B5EF4-FFF2-40B4-BE49-F238E27FC236}">
                <ns2:creationId id="{25ED5EFE-3901-4035-BFC4-15D85890800F}"/>
              </a:ext>
            </a:extLst>
          </p:cNvPr>
          <p:cNvSpPr>
            <a:spLocks noGrp="1"/>
          </p:cNvSpPr>
          <p:nvPr/>
        </p:nvSpPr>
        <p:spPr>
          <a:xfrm>
            <a:off x="619125" y="333375"/>
            <a:ext cx="14001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rPr>
              <a:t>流水图来自仿真，缺少真机时序</a:t>
            </a:r>
          </a:p>
        </p:txBody>
      </p:sp>
      <p:grpSp>
        <p:nvGrpSpPr>
          <p:cNvPr id="172" name="仿真器"/>
          <p:cNvGrpSpPr/>
          <p:nvPr/>
        </p:nvGrpSpPr>
        <p:grpSpPr>
          <a:xfrm>
            <a:off x="971550" y="1381125"/>
            <a:ext cx="2609850" cy="2686050"/>
            <a:chOff x="971550" y="1381125"/>
            <a:chExt cx="2609850" cy="2686050"/>
          </a:xfrm>
        </p:grpSpPr>
        <p:sp>
          <p:nvSpPr>
            <p:cNvPr id="2" name="仿真器 :: 显示器外框">
              <a:extLst>
                <a:ext uri="{FF2B5EF4-FFF2-40B4-BE49-F238E27FC236}">
                  <ns2:creationId id="{2E1B492D-44B6-467F-8B0B-85FEFA9628A6}"/>
                </a:ext>
              </a:extLst>
            </p:cNvPr>
            <p:cNvSpPr>
              <a:spLocks noGrp="1"/>
            </p:cNvSpPr>
            <p:nvPr/>
          </p:nvSpPr>
          <p:spPr>
            <a:xfrm>
              <a:off x="981075" y="1381125"/>
              <a:ext cx="2590800" cy="1697355"/>
            </a:xfrm>
            <a:prstGeom prst="roundRect">
              <a:avLst>
                <a:gd name="adj" fmla="val 6734"/>
              </a:avLst>
            </a:prstGeom>
            <a:solidFill>
              <a:srgbClr val="FFFFFF"/>
            </a:solidFill>
            <a:ln w="38100">
              <a:solidFill>
                <a:srgbClr val="C3422C"/>
              </a:solidFill>
              <a:prstDash val="solid"/>
            </a:ln>
          </p:spPr>
        </p:sp>
        <p:sp>
          <p:nvSpPr>
            <p:cNvPr id="3" name="仿真器 :: 屏幕">
              <a:extLst>
                <a:ext uri="{FF2B5EF4-FFF2-40B4-BE49-F238E27FC236}">
                  <ns2:creationId id="{7F8B6173-7322-45FA-A441-798A623B5CC7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1495425"/>
              <a:ext cx="2362200" cy="1468755"/>
            </a:xfrm>
            <a:prstGeom prst="rect">
              <a:avLst/>
            </a:prstGeom>
            <a:solidFill>
              <a:srgbClr val="FBECE6"/>
            </a:solidFill>
            <a:ln w="22860">
              <a:solidFill>
                <a:srgbClr val="C3422C"/>
              </a:solidFill>
              <a:prstDash val="solid"/>
            </a:ln>
          </p:spPr>
        </p:sp>
        <p:sp>
          <p:nvSpPr>
            <p:cNvPr id="4" name="仿真器 :: 芯片上引脚0">
              <a:extLst>
                <a:ext uri="{FF2B5EF4-FFF2-40B4-BE49-F238E27FC236}">
                  <ns2:creationId id="{BC9E3A50-110C-4C5E-A3C9-0467565C1591}"/>
                </a:ext>
              </a:extLst>
            </p:cNvPr>
            <p:cNvSpPr>
              <a:spLocks noGrp="1"/>
            </p:cNvSpPr>
            <p:nvPr/>
          </p:nvSpPr>
          <p:spPr>
            <a:xfrm>
              <a:off x="1971279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5" name="仿真器 :: 芯片下引脚0">
              <a:extLst>
                <a:ext uri="{FF2B5EF4-FFF2-40B4-BE49-F238E27FC236}">
                  <ns2:creationId id="{04FB7213-89B4-468D-847A-52FA39A03547}"/>
                </a:ext>
              </a:extLst>
            </p:cNvPr>
            <p:cNvSpPr>
              <a:spLocks noGrp="1"/>
            </p:cNvSpPr>
            <p:nvPr/>
          </p:nvSpPr>
          <p:spPr>
            <a:xfrm>
              <a:off x="1971279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6" name="仿真器 :: 芯片左引脚0">
              <a:extLst>
                <a:ext uri="{FF2B5EF4-FFF2-40B4-BE49-F238E27FC236}">
                  <ns2:creationId id="{CD73AED9-FBC3-41DE-B09D-1B037AC57813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1964512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7" name="仿真器 :: 芯片右引脚0">
              <a:extLst>
                <a:ext uri="{FF2B5EF4-FFF2-40B4-BE49-F238E27FC236}">
                  <ns2:creationId id="{972C6E7E-DF9E-4BF6-BB21-18CF50AF4D3D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1964512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8" name="仿真器 :: 芯片上引脚1">
              <a:extLst>
                <a:ext uri="{FF2B5EF4-FFF2-40B4-BE49-F238E27FC236}">
                  <ns2:creationId id="{FA8C8467-93A7-42F4-A9CC-56C997FB60FD}"/>
                </a:ext>
              </a:extLst>
            </p:cNvPr>
            <p:cNvSpPr>
              <a:spLocks noGrp="1"/>
            </p:cNvSpPr>
            <p:nvPr/>
          </p:nvSpPr>
          <p:spPr>
            <a:xfrm>
              <a:off x="2073279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9" name="仿真器 :: 芯片下引脚1">
              <a:extLst>
                <a:ext uri="{FF2B5EF4-FFF2-40B4-BE49-F238E27FC236}">
                  <ns2:creationId id="{E77EA4D8-64B9-4CD9-8F81-425A5EA3A4BB}"/>
                </a:ext>
              </a:extLst>
            </p:cNvPr>
            <p:cNvSpPr>
              <a:spLocks noGrp="1"/>
            </p:cNvSpPr>
            <p:nvPr/>
          </p:nvSpPr>
          <p:spPr>
            <a:xfrm>
              <a:off x="2073279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0" name="仿真器 :: 芯片左引脚1">
              <a:extLst>
                <a:ext uri="{FF2B5EF4-FFF2-40B4-BE49-F238E27FC236}">
                  <ns2:creationId id="{B60F4E75-124A-4F61-8F91-98A7AECC464C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049673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1" name="仿真器 :: 芯片右引脚1">
              <a:extLst>
                <a:ext uri="{FF2B5EF4-FFF2-40B4-BE49-F238E27FC236}">
                  <ns2:creationId id="{25F8D112-D471-40D7-83F0-CB5BC17B305C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049673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2" name="仿真器 :: 芯片上引脚2">
              <a:extLst>
                <a:ext uri="{FF2B5EF4-FFF2-40B4-BE49-F238E27FC236}">
                  <ns2:creationId id="{7932CCEA-586A-470F-99E2-B9B4F3A8F2EF}"/>
                </a:ext>
              </a:extLst>
            </p:cNvPr>
            <p:cNvSpPr>
              <a:spLocks noGrp="1"/>
            </p:cNvSpPr>
            <p:nvPr/>
          </p:nvSpPr>
          <p:spPr>
            <a:xfrm>
              <a:off x="2175278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3" name="仿真器 :: 芯片下引脚2">
              <a:extLst>
                <a:ext uri="{FF2B5EF4-FFF2-40B4-BE49-F238E27FC236}">
                  <ns2:creationId id="{8A8B9021-3C33-41B4-B9AD-605D1159DB63}"/>
                </a:ext>
              </a:extLst>
            </p:cNvPr>
            <p:cNvSpPr>
              <a:spLocks noGrp="1"/>
            </p:cNvSpPr>
            <p:nvPr/>
          </p:nvSpPr>
          <p:spPr>
            <a:xfrm>
              <a:off x="2175278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4" name="仿真器 :: 芯片左引脚2">
              <a:extLst>
                <a:ext uri="{FF2B5EF4-FFF2-40B4-BE49-F238E27FC236}">
                  <ns2:creationId id="{1CEFCE3C-5DD9-4781-8C9E-181B7620A9D1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134834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5" name="仿真器 :: 芯片右引脚2">
              <a:extLst>
                <a:ext uri="{FF2B5EF4-FFF2-40B4-BE49-F238E27FC236}">
                  <ns2:creationId id="{492BFFBA-AE69-4563-BF24-6246D1B7CD0E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134834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6" name="仿真器 :: 芯片上引脚3">
              <a:extLst>
                <a:ext uri="{FF2B5EF4-FFF2-40B4-BE49-F238E27FC236}">
                  <ns2:creationId id="{C90CDAC0-F8BB-4BA3-967F-8501B2CB4F04}"/>
                </a:ext>
              </a:extLst>
            </p:cNvPr>
            <p:cNvSpPr>
              <a:spLocks noGrp="1"/>
            </p:cNvSpPr>
            <p:nvPr/>
          </p:nvSpPr>
          <p:spPr>
            <a:xfrm>
              <a:off x="2277278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7" name="仿真器 :: 芯片下引脚3">
              <a:extLst>
                <a:ext uri="{FF2B5EF4-FFF2-40B4-BE49-F238E27FC236}">
                  <ns2:creationId id="{A1D4372A-FAE7-4851-B6F1-6EB8F374823E}"/>
                </a:ext>
              </a:extLst>
            </p:cNvPr>
            <p:cNvSpPr>
              <a:spLocks noGrp="1"/>
            </p:cNvSpPr>
            <p:nvPr/>
          </p:nvSpPr>
          <p:spPr>
            <a:xfrm>
              <a:off x="2277278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8" name="仿真器 :: 芯片左引脚3">
              <a:extLst>
                <a:ext uri="{FF2B5EF4-FFF2-40B4-BE49-F238E27FC236}">
                  <ns2:creationId id="{C85CA75D-B918-4FBC-915D-E2005CB09E7D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219996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19" name="仿真器 :: 芯片右引脚3">
              <a:extLst>
                <a:ext uri="{FF2B5EF4-FFF2-40B4-BE49-F238E27FC236}">
                  <ns2:creationId id="{171D50AE-2A0E-4EA1-B198-B41D9673F6E0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219996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0" name="仿真器 :: 芯片上引脚4">
              <a:extLst>
                <a:ext uri="{FF2B5EF4-FFF2-40B4-BE49-F238E27FC236}">
                  <ns2:creationId id="{EA91191F-2AD9-4540-A293-AB30E710CD53}"/>
                </a:ext>
              </a:extLst>
            </p:cNvPr>
            <p:cNvSpPr>
              <a:spLocks noGrp="1"/>
            </p:cNvSpPr>
            <p:nvPr/>
          </p:nvSpPr>
          <p:spPr>
            <a:xfrm>
              <a:off x="2379278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1" name="仿真器 :: 芯片下引脚4">
              <a:extLst>
                <a:ext uri="{FF2B5EF4-FFF2-40B4-BE49-F238E27FC236}">
                  <ns2:creationId id="{43B52204-01EA-467E-BDEB-A5A50AA1F9C0}"/>
                </a:ext>
              </a:extLst>
            </p:cNvPr>
            <p:cNvSpPr>
              <a:spLocks noGrp="1"/>
            </p:cNvSpPr>
            <p:nvPr/>
          </p:nvSpPr>
          <p:spPr>
            <a:xfrm>
              <a:off x="2379278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2" name="仿真器 :: 芯片左引脚4">
              <a:extLst>
                <a:ext uri="{FF2B5EF4-FFF2-40B4-BE49-F238E27FC236}">
                  <ns2:creationId id="{0C60C7B1-FEED-438B-94F6-146A55A3239E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305157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3" name="仿真器 :: 芯片右引脚4">
              <a:extLst>
                <a:ext uri="{FF2B5EF4-FFF2-40B4-BE49-F238E27FC236}">
                  <ns2:creationId id="{223A5054-F393-4E5A-9517-116D0C2B162F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305157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4" name="仿真器 :: 芯片上引脚5">
              <a:extLst>
                <a:ext uri="{FF2B5EF4-FFF2-40B4-BE49-F238E27FC236}">
                  <ns2:creationId id="{F3FA60AC-CDDF-4256-A979-7EF08FCA759C}"/>
                </a:ext>
              </a:extLst>
            </p:cNvPr>
            <p:cNvSpPr>
              <a:spLocks noGrp="1"/>
            </p:cNvSpPr>
            <p:nvPr/>
          </p:nvSpPr>
          <p:spPr>
            <a:xfrm>
              <a:off x="2481278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5" name="仿真器 :: 芯片下引脚5">
              <a:extLst>
                <a:ext uri="{FF2B5EF4-FFF2-40B4-BE49-F238E27FC236}">
                  <ns2:creationId id="{13574D5C-CF46-4500-B63E-6A9EF29B7432}"/>
                </a:ext>
              </a:extLst>
            </p:cNvPr>
            <p:cNvSpPr>
              <a:spLocks noGrp="1"/>
            </p:cNvSpPr>
            <p:nvPr/>
          </p:nvSpPr>
          <p:spPr>
            <a:xfrm>
              <a:off x="2481278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6" name="仿真器 :: 芯片左引脚5">
              <a:extLst>
                <a:ext uri="{FF2B5EF4-FFF2-40B4-BE49-F238E27FC236}">
                  <ns2:creationId id="{B65D8C25-113B-486B-97E9-E476DA3D2AA3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390318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7" name="仿真器 :: 芯片右引脚5">
              <a:extLst>
                <a:ext uri="{FF2B5EF4-FFF2-40B4-BE49-F238E27FC236}">
                  <ns2:creationId id="{57219A97-4DFB-42E2-93EC-12F53759A669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390318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8" name="仿真器 :: 芯片上引脚6">
              <a:extLst>
                <a:ext uri="{FF2B5EF4-FFF2-40B4-BE49-F238E27FC236}">
                  <ns2:creationId id="{AB372449-34B6-44F3-829A-4C6ACBD2D82E}"/>
                </a:ext>
              </a:extLst>
            </p:cNvPr>
            <p:cNvSpPr>
              <a:spLocks noGrp="1"/>
            </p:cNvSpPr>
            <p:nvPr/>
          </p:nvSpPr>
          <p:spPr>
            <a:xfrm>
              <a:off x="2583278" y="1760220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29" name="仿真器 :: 芯片下引脚6">
              <a:extLst>
                <a:ext uri="{FF2B5EF4-FFF2-40B4-BE49-F238E27FC236}">
                  <ns2:creationId id="{7155D874-8FCC-400E-8C9D-D552F785DDF2}"/>
                </a:ext>
              </a:extLst>
            </p:cNvPr>
            <p:cNvSpPr>
              <a:spLocks noGrp="1"/>
            </p:cNvSpPr>
            <p:nvPr/>
          </p:nvSpPr>
          <p:spPr>
            <a:xfrm>
              <a:off x="2583278" y="2554605"/>
              <a:ext cx="0" cy="123825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30" name="仿真器 :: 芯片左引脚6">
              <a:extLst>
                <a:ext uri="{FF2B5EF4-FFF2-40B4-BE49-F238E27FC236}">
                  <ns2:creationId id="{DBD09DF6-B099-40DB-8FE8-EB657CCEE915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475479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31" name="仿真器 :: 芯片右引脚6">
              <a:extLst>
                <a:ext uri="{FF2B5EF4-FFF2-40B4-BE49-F238E27FC236}">
                  <ns2:creationId id="{3081AB41-2F85-4682-8047-AEF3319E2230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475479"/>
              <a:ext cx="123825" cy="0"/>
            </a:xfrm>
            <a:prstGeom prst="line">
              <a:avLst/>
            </a:prstGeom>
            <a:noFill/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32" name="仿真器 :: 虚拟芯片">
              <a:extLst>
                <a:ext uri="{FF2B5EF4-FFF2-40B4-BE49-F238E27FC236}">
                  <ns2:creationId id="{208E5FEC-339E-497F-9033-70BE4282F4B4}"/>
                </a:ext>
              </a:extLst>
            </p:cNvPr>
            <p:cNvSpPr>
              <a:spLocks noGrp="1"/>
            </p:cNvSpPr>
            <p:nvPr/>
          </p:nvSpPr>
          <p:spPr>
            <a:xfrm>
              <a:off x="1874901" y="1884045"/>
              <a:ext cx="803148" cy="670560"/>
            </a:xfrm>
            <a:prstGeom prst="roundRect">
              <a:avLst>
                <a:gd name="adj" fmla="val 8523"/>
              </a:avLst>
            </a:prstGeom>
            <a:solidFill>
              <a:srgbClr val="FFFFFF"/>
            </a:solidFill>
            <a:ln w="28575">
              <a:solidFill>
                <a:srgbClr val="C3422C"/>
              </a:solidFill>
              <a:prstDash val="solid"/>
            </a:ln>
          </p:spPr>
        </p:sp>
        <p:sp>
          <p:nvSpPr>
            <p:cNvPr id="33" name="仿真器 :: 芯片内框">
              <a:extLst>
                <a:ext uri="{FF2B5EF4-FFF2-40B4-BE49-F238E27FC236}">
                  <ns2:creationId id="{B836FDD1-680C-4751-839D-34CED854FB63}"/>
                </a:ext>
              </a:extLst>
            </p:cNvPr>
            <p:cNvSpPr>
              <a:spLocks noGrp="1"/>
            </p:cNvSpPr>
            <p:nvPr/>
          </p:nvSpPr>
          <p:spPr>
            <a:xfrm>
              <a:off x="1960626" y="1960245"/>
              <a:ext cx="631698" cy="518160"/>
            </a:xfrm>
            <a:prstGeom prst="roundRect">
              <a:avLst>
                <a:gd name="adj" fmla="val 5515"/>
              </a:avLst>
            </a:prstGeom>
            <a:solidFill>
              <a:srgbClr val="FBECE6"/>
            </a:solidFill>
            <a:ln w="19050">
              <a:solidFill>
                <a:srgbClr val="C3422C"/>
              </a:solidFill>
              <a:prstDash val="solid"/>
            </a:ln>
          </p:spPr>
        </p:sp>
        <p:sp>
          <p:nvSpPr>
            <p:cNvPr id="34" name="仿真器 :: 显示器支架">
              <a:extLst>
                <a:ext uri="{FF2B5EF4-FFF2-40B4-BE49-F238E27FC236}">
                  <ns2:creationId id="{5E67B150-DEA3-40BF-8B55-74537661FC71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3078480"/>
              <a:ext cx="552450" cy="272415"/>
            </a:xfrm>
            <a:custGeom>
              <a:pathLst>
                <a:path w="552450" h="272415">
                  <a:moveTo>
                    <a:pt x="95250" y="0"/>
                  </a:moveTo>
                  <a:lnTo>
                    <a:pt x="457200" y="0"/>
                  </a:lnTo>
                  <a:lnTo>
                    <a:pt x="552450" y="272415"/>
                  </a:lnTo>
                  <a:lnTo>
                    <a:pt x="0" y="272415"/>
                  </a:lnTo>
                  <a:close/>
                </a:path>
              </a:pathLst>
            </a:custGeom>
            <a:solidFill>
              <a:srgbClr val="FBECE6"/>
            </a:solidFill>
            <a:ln w="28575">
              <a:solidFill>
                <a:srgbClr val="C3422C"/>
              </a:solidFill>
            </a:ln>
          </p:spPr>
        </p:sp>
        <p:sp>
          <p:nvSpPr>
            <p:cNvPr id="35" name="仿真器 :: 显示器底座">
              <a:extLst>
                <a:ext uri="{FF2B5EF4-FFF2-40B4-BE49-F238E27FC236}">
                  <ns2:creationId id="{2C05A120-FD5E-493F-B5FC-6CEB957C0694}"/>
                </a:ext>
              </a:extLst>
            </p:cNvPr>
            <p:cNvSpPr>
              <a:spLocks noGrp="1"/>
            </p:cNvSpPr>
            <p:nvPr/>
          </p:nvSpPr>
          <p:spPr>
            <a:xfrm>
              <a:off x="1609725" y="3350895"/>
              <a:ext cx="1333500" cy="125730"/>
            </a:xfrm>
            <a:custGeom>
              <a:pathLst>
                <a:path w="1333500" h="125730">
                  <a:moveTo>
                    <a:pt x="95250" y="0"/>
                  </a:moveTo>
                  <a:lnTo>
                    <a:pt x="1238250" y="0"/>
                  </a:lnTo>
                  <a:lnTo>
                    <a:pt x="1333500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3422C"/>
              </a:solidFill>
            </a:ln>
          </p:spPr>
        </p:sp>
        <p:sp>
          <p:nvSpPr>
            <p:cNvPr id="36" name="仿真器 :: 仿真器标签">
              <a:extLst>
                <a:ext uri="{FF2B5EF4-FFF2-40B4-BE49-F238E27FC236}">
                  <ns2:creationId id="{57F93AB9-E6F9-4ADA-85FF-AD9B6FA5B26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3600450"/>
              <a:ext cx="26098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5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5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5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仿真器</a:t>
              </a:r>
            </a:p>
          </p:txBody>
        </p:sp>
      </p:grpSp>
      <p:grpSp>
        <p:nvGrpSpPr>
          <p:cNvPr id="173" name="仿真数据连接"/>
          <p:cNvGrpSpPr/>
          <p:nvPr/>
        </p:nvGrpSpPr>
        <p:grpSpPr>
          <a:xfrm>
            <a:off x="3771900" y="1933575"/>
            <a:ext cx="2590800" cy="542925"/>
            <a:chOff x="3771900" y="1933575"/>
            <a:chExt cx="2590800" cy="542925"/>
          </a:xfrm>
        </p:grpSpPr>
        <p:sp>
          <p:nvSpPr>
            <p:cNvPr id="37" name="仿真数据连接 :: 仿真数据字样">
              <a:extLst>
                <a:ext uri="{FF2B5EF4-FFF2-40B4-BE49-F238E27FC236}">
                  <ns2:creationId id="{EED10D83-D77B-4567-8069-F3C09F3F39C8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1933575"/>
              <a:ext cx="20002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仿真数据</a:t>
              </a:r>
            </a:p>
          </p:txBody>
        </p:sp>
        <p:cxnSp>
          <p:nvCxnSpPr>
            <p:cNvPr id="38" name="仿真数据连接 :: 仿真数据箭头">
              <a:extLst>
                <a:ext uri="{FF2B5EF4-FFF2-40B4-BE49-F238E27FC236}">
                  <ns2:creationId id="{B40702E0-A891-414F-85B9-863A732EE6D3}"/>
                </a:ext>
              </a:extLst>
            </p:cNvPr>
            <p:cNvCxnSpPr/>
            <p:nvPr/>
          </p:nvCxnSpPr>
          <p:spPr>
            <a:xfrm>
              <a:off x="3771900" y="2476500"/>
              <a:ext cx="2590800" cy="0"/>
            </a:xfrm>
            <a:prstGeom prst="straightConnector1">
              <a:avLst/>
            </a:prstGeom>
            <a:ln w="66675">
              <a:solidFill>
                <a:srgbClr val="C3422C"/>
              </a:solidFill>
              <a:prstDash val="solid"/>
              <a:tailEnd type="triangle" w="med" len="med"/>
            </a:ln>
          </p:spPr>
        </p:cxnSp>
      </p:grpSp>
      <p:grpSp>
        <p:nvGrpSpPr>
          <p:cNvPr id="174" name="已有仿真流水图"/>
          <p:cNvGrpSpPr/>
          <p:nvPr/>
        </p:nvGrpSpPr>
        <p:grpSpPr>
          <a:xfrm>
            <a:off x="6524625" y="1257300"/>
            <a:ext cx="8096250" cy="2495550"/>
            <a:chOff x="6524625" y="1257300"/>
            <a:chExt cx="8096250" cy="2495550"/>
          </a:xfrm>
        </p:grpSpPr>
        <p:sp>
          <p:nvSpPr>
            <p:cNvPr id="39" name="已有仿真流水图 :: 流水图外框">
              <a:extLst>
                <a:ext uri="{FF2B5EF4-FFF2-40B4-BE49-F238E27FC236}">
                  <ns2:creationId id="{4AC26522-EFF9-44AE-AC0D-C3B0F5C1BDA8}"/>
                </a:ext>
              </a:extLst>
            </p:cNvPr>
            <p:cNvSpPr>
              <a:spLocks noGrp="1"/>
            </p:cNvSpPr>
            <p:nvPr/>
          </p:nvSpPr>
          <p:spPr>
            <a:xfrm>
              <a:off x="6524625" y="1257300"/>
              <a:ext cx="809625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26670">
              <a:solidFill>
                <a:srgbClr val="C3422C"/>
              </a:solidFill>
              <a:prstDash val="solid"/>
            </a:ln>
          </p:spPr>
        </p:sp>
        <p:sp>
          <p:nvSpPr>
            <p:cNvPr id="40" name="已有仿真流水图 :: 流水图标题底">
              <a:extLst>
                <a:ext uri="{FF2B5EF4-FFF2-40B4-BE49-F238E27FC236}">
                  <ns2:creationId id="{FCE4BBF3-D1F1-404C-8083-9A2A7682081A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1285875"/>
              <a:ext cx="8039100" cy="495300"/>
            </a:xfrm>
            <a:prstGeom prst="roundRect">
              <a:avLst>
                <a:gd name="adj" fmla="val 15385"/>
              </a:avLst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41" name="已有仿真流水图 :: 标题下缘">
              <a:extLst>
                <a:ext uri="{FF2B5EF4-FFF2-40B4-BE49-F238E27FC236}">
                  <ns2:creationId id="{66B436B3-43EC-4560-A189-657E22D150E4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1609725"/>
              <a:ext cx="8039100" cy="171450"/>
            </a:xfrm>
            <a:prstGeom prst="rect">
              <a:avLst/>
            </a:prstGeom>
            <a:solidFill>
              <a:srgbClr val="FBECE6"/>
            </a:solidFill>
            <a:ln w="0">
              <a:noFill/>
              <a:prstDash val="solid"/>
            </a:ln>
          </p:spPr>
        </p:sp>
        <p:sp>
          <p:nvSpPr>
            <p:cNvPr id="42" name="已有仿真流水图 :: 流水图标题">
              <a:extLst>
                <a:ext uri="{FF2B5EF4-FFF2-40B4-BE49-F238E27FC236}">
                  <ns2:creationId id="{22B30BD8-5A4D-4039-AF57-5502D20ED684}"/>
                </a:ext>
              </a:extLst>
            </p:cNvPr>
            <p:cNvSpPr>
              <a:spLocks noGrp="1"/>
            </p:cNvSpPr>
            <p:nvPr/>
          </p:nvSpPr>
          <p:spPr>
            <a:xfrm>
              <a:off x="6638925" y="1304925"/>
              <a:ext cx="78676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已有：仿真流水图</a:t>
              </a:r>
            </a:p>
          </p:txBody>
        </p:sp>
        <p:sp>
          <p:nvSpPr>
            <p:cNvPr id="43" name="已有仿真流水图 :: 阶段标签0">
              <a:extLst>
                <a:ext uri="{FF2B5EF4-FFF2-40B4-BE49-F238E27FC236}">
                  <ns2:creationId id="{A1BAD5E3-1056-4510-A5CD-5871EB9BE3D5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1828800"/>
              <a:ext cx="82867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阶段A</a:t>
              </a:r>
            </a:p>
          </p:txBody>
        </p:sp>
        <p:sp>
          <p:nvSpPr>
            <p:cNvPr id="44" name="已有仿真流水图 :: 泳道分隔0">
              <a:extLst>
                <a:ext uri="{FF2B5EF4-FFF2-40B4-BE49-F238E27FC236}">
                  <ns2:creationId id="{26C0C65F-DEA6-4C53-9F0B-C98DA8EEBD16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2276475"/>
              <a:ext cx="6915150" cy="0"/>
            </a:xfrm>
            <a:prstGeom prst="line">
              <a:avLst/>
            </a:prstGeom>
            <a:noFill/>
            <a:ln w="13335">
              <a:solidFill>
                <a:srgbClr val="E5BDB2"/>
              </a:solidFill>
              <a:prstDash val="dash"/>
            </a:ln>
          </p:spPr>
        </p:sp>
        <p:sp>
          <p:nvSpPr>
            <p:cNvPr id="45" name="已有仿真流水图 :: 阶段标签1">
              <a:extLst>
                <a:ext uri="{FF2B5EF4-FFF2-40B4-BE49-F238E27FC236}">
                  <ns2:creationId id="{6ED90B62-FCEA-42F9-ADB2-0FE4B0515B17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2333625"/>
              <a:ext cx="82867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阶段B</a:t>
              </a:r>
            </a:p>
          </p:txBody>
        </p:sp>
        <p:sp>
          <p:nvSpPr>
            <p:cNvPr id="46" name="已有仿真流水图 :: 泳道分隔1">
              <a:extLst>
                <a:ext uri="{FF2B5EF4-FFF2-40B4-BE49-F238E27FC236}">
                  <ns2:creationId id="{FFB964A5-560A-4A0F-B676-C86FE9D574F9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2781300"/>
              <a:ext cx="6915150" cy="0"/>
            </a:xfrm>
            <a:prstGeom prst="line">
              <a:avLst/>
            </a:prstGeom>
            <a:noFill/>
            <a:ln w="13335">
              <a:solidFill>
                <a:srgbClr val="E5BDB2"/>
              </a:solidFill>
              <a:prstDash val="dash"/>
            </a:ln>
          </p:spPr>
        </p:sp>
        <p:sp>
          <p:nvSpPr>
            <p:cNvPr id="47" name="已有仿真流水图 :: 阶段标签2">
              <a:extLst>
                <a:ext uri="{FF2B5EF4-FFF2-40B4-BE49-F238E27FC236}">
                  <ns2:creationId id="{EF2D3AFE-1B7F-498F-9A41-7D751CFF957A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2838450"/>
              <a:ext cx="82867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阶段C</a:t>
              </a:r>
            </a:p>
          </p:txBody>
        </p:sp>
        <p:sp>
          <p:nvSpPr>
            <p:cNvPr id="48" name="已有仿真流水图 :: 泳道起点">
              <a:extLst>
                <a:ext uri="{FF2B5EF4-FFF2-40B4-BE49-F238E27FC236}">
                  <ns2:creationId id="{29EB41CF-1BED-4CD3-9762-FA78235E97B2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1847850"/>
              <a:ext cx="0" cy="1514475"/>
            </a:xfrm>
            <a:prstGeom prst="line">
              <a:avLst/>
            </a:prstGeom>
            <a:noFill/>
            <a:ln w="13335">
              <a:solidFill>
                <a:srgbClr val="D79383"/>
              </a:solidFill>
              <a:prstDash val="dash"/>
            </a:ln>
          </p:spPr>
        </p:sp>
        <p:sp>
          <p:nvSpPr>
            <p:cNvPr id="49" name="已有仿真流水图 :: 流水块0-0">
              <a:extLst>
                <a:ext uri="{FF2B5EF4-FFF2-40B4-BE49-F238E27FC236}">
                  <ns2:creationId id="{C8741336-34AD-4A21-BF41-6A06A870FB77}"/>
                </a:ext>
              </a:extLst>
            </p:cNvPr>
            <p:cNvSpPr>
              <a:spLocks noGrp="1"/>
            </p:cNvSpPr>
            <p:nvPr/>
          </p:nvSpPr>
          <p:spPr>
            <a:xfrm>
              <a:off x="7984427" y="1905000"/>
              <a:ext cx="1922907" cy="257175"/>
            </a:xfrm>
            <a:prstGeom prst="roundRect">
              <a:avLst>
                <a:gd name="adj" fmla="val 14815"/>
              </a:avLst>
            </a:prstGeom>
            <a:solidFill>
              <a:srgbClr val="F5BAA8"/>
            </a:solidFill>
            <a:ln w="0">
              <a:noFill/>
              <a:prstDash val="solid"/>
            </a:ln>
          </p:spPr>
        </p:sp>
        <p:sp>
          <p:nvSpPr>
            <p:cNvPr id="50" name="已有仿真流水图 :: 流水块0-1">
              <a:extLst>
                <a:ext uri="{FF2B5EF4-FFF2-40B4-BE49-F238E27FC236}">
                  <ns2:creationId id="{75EF8158-1353-4E20-9FDE-A6BFCF0B611A}"/>
                </a:ext>
              </a:extLst>
            </p:cNvPr>
            <p:cNvSpPr>
              <a:spLocks noGrp="1"/>
            </p:cNvSpPr>
            <p:nvPr/>
          </p:nvSpPr>
          <p:spPr>
            <a:xfrm>
              <a:off x="9976009" y="1905000"/>
              <a:ext cx="1579531" cy="257175"/>
            </a:xfrm>
            <a:prstGeom prst="roundRect">
              <a:avLst>
                <a:gd name="adj" fmla="val 14815"/>
              </a:avLst>
            </a:prstGeom>
            <a:solidFill>
              <a:srgbClr val="DC6B52"/>
            </a:solidFill>
            <a:ln w="0">
              <a:noFill/>
              <a:prstDash val="solid"/>
            </a:ln>
          </p:spPr>
        </p:sp>
        <p:sp>
          <p:nvSpPr>
            <p:cNvPr id="51" name="已有仿真流水图 :: 流水块0-2">
              <a:extLst>
                <a:ext uri="{FF2B5EF4-FFF2-40B4-BE49-F238E27FC236}">
                  <ns2:creationId id="{CD40DC6F-B3F4-4730-B36D-806722B87CCE}"/>
                </a:ext>
              </a:extLst>
            </p:cNvPr>
            <p:cNvSpPr>
              <a:spLocks noGrp="1"/>
            </p:cNvSpPr>
            <p:nvPr/>
          </p:nvSpPr>
          <p:spPr>
            <a:xfrm>
              <a:off x="12379643" y="1905000"/>
              <a:ext cx="1373505" cy="257175"/>
            </a:xfrm>
            <a:prstGeom prst="roundRect">
              <a:avLst>
                <a:gd name="adj" fmla="val 14815"/>
              </a:avLst>
            </a:prstGeom>
            <a:solidFill>
              <a:srgbClr val="F5BAA8"/>
            </a:solidFill>
            <a:ln w="0">
              <a:noFill/>
              <a:prstDash val="solid"/>
            </a:ln>
          </p:spPr>
        </p:sp>
        <p:sp>
          <p:nvSpPr>
            <p:cNvPr id="52" name="已有仿真流水图 :: 流水块1-0">
              <a:extLst>
                <a:ext uri="{FF2B5EF4-FFF2-40B4-BE49-F238E27FC236}">
                  <ns2:creationId id="{78A5C570-38D7-450B-8154-A396EB5690F5}"/>
                </a:ext>
              </a:extLst>
            </p:cNvPr>
            <p:cNvSpPr>
              <a:spLocks noGrp="1"/>
            </p:cNvSpPr>
            <p:nvPr/>
          </p:nvSpPr>
          <p:spPr>
            <a:xfrm>
              <a:off x="8602504" y="2409825"/>
              <a:ext cx="1098804" cy="257175"/>
            </a:xfrm>
            <a:prstGeom prst="roundRect">
              <a:avLst>
                <a:gd name="adj" fmla="val 14815"/>
              </a:avLst>
            </a:prstGeom>
            <a:solidFill>
              <a:srgbClr val="F5BAA8"/>
            </a:solidFill>
            <a:ln w="0">
              <a:noFill/>
              <a:prstDash val="solid"/>
            </a:ln>
          </p:spPr>
        </p:sp>
        <p:sp>
          <p:nvSpPr>
            <p:cNvPr id="53" name="已有仿真流水图 :: 流水块1-1">
              <a:extLst>
                <a:ext uri="{FF2B5EF4-FFF2-40B4-BE49-F238E27FC236}">
                  <ns2:creationId id="{2357CC21-E390-46EE-A75E-8134BBFD4A89}"/>
                </a:ext>
              </a:extLst>
            </p:cNvPr>
            <p:cNvSpPr>
              <a:spLocks noGrp="1"/>
            </p:cNvSpPr>
            <p:nvPr/>
          </p:nvSpPr>
          <p:spPr>
            <a:xfrm>
              <a:off x="10319385" y="2409825"/>
              <a:ext cx="1854232" cy="257175"/>
            </a:xfrm>
            <a:prstGeom prst="roundRect">
              <a:avLst>
                <a:gd name="adj" fmla="val 14815"/>
              </a:avLst>
            </a:prstGeom>
            <a:solidFill>
              <a:srgbClr val="DC6B52"/>
            </a:solidFill>
            <a:ln w="0">
              <a:noFill/>
              <a:prstDash val="solid"/>
            </a:ln>
          </p:spPr>
        </p:sp>
        <p:sp>
          <p:nvSpPr>
            <p:cNvPr id="54" name="已有仿真流水图 :: 流水块1-2">
              <a:extLst>
                <a:ext uri="{FF2B5EF4-FFF2-40B4-BE49-F238E27FC236}">
                  <ns2:creationId id="{3B25E655-691A-40C4-81BB-025B3AD991C1}"/>
                </a:ext>
              </a:extLst>
            </p:cNvPr>
            <p:cNvSpPr>
              <a:spLocks noGrp="1"/>
            </p:cNvSpPr>
            <p:nvPr/>
          </p:nvSpPr>
          <p:spPr>
            <a:xfrm>
              <a:off x="12860369" y="2409825"/>
              <a:ext cx="1579531" cy="257175"/>
            </a:xfrm>
            <a:prstGeom prst="roundRect">
              <a:avLst>
                <a:gd name="adj" fmla="val 14815"/>
              </a:avLst>
            </a:prstGeom>
            <a:solidFill>
              <a:srgbClr val="F5BAA8"/>
            </a:solidFill>
            <a:ln w="0">
              <a:noFill/>
              <a:prstDash val="solid"/>
            </a:ln>
          </p:spPr>
        </p:sp>
        <p:sp>
          <p:nvSpPr>
            <p:cNvPr id="55" name="已有仿真流水图 :: 流水块2-0">
              <a:extLst>
                <a:ext uri="{FF2B5EF4-FFF2-40B4-BE49-F238E27FC236}">
                  <ns2:creationId id="{15526FC0-302C-415C-B80F-B4D29D351D27}"/>
                </a:ext>
              </a:extLst>
            </p:cNvPr>
            <p:cNvSpPr>
              <a:spLocks noGrp="1"/>
            </p:cNvSpPr>
            <p:nvPr/>
          </p:nvSpPr>
          <p:spPr>
            <a:xfrm>
              <a:off x="9220581" y="2914650"/>
              <a:ext cx="1098804" cy="257175"/>
            </a:xfrm>
            <a:prstGeom prst="roundRect">
              <a:avLst>
                <a:gd name="adj" fmla="val 14815"/>
              </a:avLst>
            </a:prstGeom>
            <a:solidFill>
              <a:srgbClr val="F5BAA8"/>
            </a:solidFill>
            <a:ln w="0">
              <a:noFill/>
              <a:prstDash val="solid"/>
            </a:ln>
          </p:spPr>
        </p:sp>
        <p:sp>
          <p:nvSpPr>
            <p:cNvPr id="56" name="已有仿真流水图 :: 流水块2-1">
              <a:extLst>
                <a:ext uri="{FF2B5EF4-FFF2-40B4-BE49-F238E27FC236}">
                  <ns2:creationId id="{19135001-FD14-4259-9970-69EB10695AFC}"/>
                </a:ext>
              </a:extLst>
            </p:cNvPr>
            <p:cNvSpPr>
              <a:spLocks noGrp="1"/>
            </p:cNvSpPr>
            <p:nvPr/>
          </p:nvSpPr>
          <p:spPr>
            <a:xfrm>
              <a:off x="10388060" y="2914650"/>
              <a:ext cx="1991582" cy="257175"/>
            </a:xfrm>
            <a:prstGeom prst="roundRect">
              <a:avLst>
                <a:gd name="adj" fmla="val 14815"/>
              </a:avLst>
            </a:prstGeom>
            <a:solidFill>
              <a:srgbClr val="DC6B52"/>
            </a:solidFill>
            <a:ln w="0">
              <a:noFill/>
              <a:prstDash val="solid"/>
            </a:ln>
          </p:spPr>
        </p:sp>
        <p:sp>
          <p:nvSpPr>
            <p:cNvPr id="57" name="已有仿真流水图 :: 流水块2-2">
              <a:extLst>
                <a:ext uri="{FF2B5EF4-FFF2-40B4-BE49-F238E27FC236}">
                  <ns2:creationId id="{5B03FA68-33ED-4F58-998C-81B7E49A2ECE}"/>
                </a:ext>
              </a:extLst>
            </p:cNvPr>
            <p:cNvSpPr>
              <a:spLocks noGrp="1"/>
            </p:cNvSpPr>
            <p:nvPr/>
          </p:nvSpPr>
          <p:spPr>
            <a:xfrm>
              <a:off x="13066395" y="2914650"/>
              <a:ext cx="1236155" cy="257175"/>
            </a:xfrm>
            <a:prstGeom prst="roundRect">
              <a:avLst>
                <a:gd name="adj" fmla="val 14815"/>
              </a:avLst>
            </a:prstGeom>
            <a:solidFill>
              <a:srgbClr val="F5BAA8"/>
            </a:solidFill>
            <a:ln w="0">
              <a:noFill/>
              <a:prstDash val="solid"/>
            </a:ln>
          </p:spPr>
        </p:sp>
        <p:cxnSp>
          <p:nvCxnSpPr>
            <p:cNvPr id="58" name="已有仿真流水图 :: 时间轴">
              <a:extLst>
                <a:ext uri="{FF2B5EF4-FFF2-40B4-BE49-F238E27FC236}">
                  <ns2:creationId id="{DFB9657C-FC75-45D6-8102-88E40466DE26}"/>
                </a:ext>
              </a:extLst>
            </p:cNvPr>
            <p:cNvCxnSpPr/>
            <p:nvPr/>
          </p:nvCxnSpPr>
          <p:spPr>
            <a:xfrm>
              <a:off x="7572375" y="3448050"/>
              <a:ext cx="6324600" cy="0"/>
            </a:xfrm>
            <a:prstGeom prst="straightConnector1">
              <a:avLst/>
            </a:prstGeom>
            <a:ln w="25718">
              <a:solidFill>
                <a:srgbClr val="C3422C"/>
              </a:solidFill>
              <a:prstDash val="solid"/>
              <a:tailEnd type="triangle" w="med" len="med"/>
            </a:ln>
          </p:spPr>
        </p:cxnSp>
        <p:sp>
          <p:nvSpPr>
            <p:cNvPr id="59" name="已有仿真流水图 :: 时间字样">
              <a:extLst>
                <a:ext uri="{FF2B5EF4-FFF2-40B4-BE49-F238E27FC236}">
                  <ns2:creationId id="{87569779-333B-4EBB-8F6A-A049ED12D504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295650"/>
              <a:ext cx="581025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800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r">
                <a:defRPr sz="1800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</a:p>
          </p:txBody>
        </p:sp>
      </p:grpSp>
      <p:grpSp>
        <p:nvGrpSpPr>
          <p:cNvPr id="175" name="来源差异"/>
          <p:cNvGrpSpPr/>
          <p:nvPr/>
        </p:nvGrpSpPr>
        <p:grpSpPr>
          <a:xfrm>
            <a:off x="8572500" y="3848100"/>
            <a:ext cx="6048375" cy="1028700"/>
            <a:chOff x="8572500" y="3848100"/>
            <a:chExt cx="6048375" cy="1028700"/>
          </a:xfrm>
        </p:grpSpPr>
        <p:sp>
          <p:nvSpPr>
            <p:cNvPr id="60" name="来源差异 :: 上方断点">
              <a:extLst>
                <a:ext uri="{FF2B5EF4-FFF2-40B4-BE49-F238E27FC236}">
                  <ns2:creationId id="{6B14D179-7936-480D-87ED-8DF1648CFB6A}"/>
                </a:ext>
              </a:extLst>
            </p:cNvPr>
            <p:cNvSpPr>
              <a:spLocks noGrp="1"/>
            </p:cNvSpPr>
            <p:nvPr/>
          </p:nvSpPr>
          <p:spPr>
            <a:xfrm>
              <a:off x="8829675" y="3848100"/>
              <a:ext cx="0" cy="209550"/>
            </a:xfrm>
            <a:prstGeom prst="line">
              <a:avLst/>
            </a:prstGeom>
            <a:noFill/>
            <a:ln w="15240">
              <a:solidFill>
                <a:srgbClr val="C3422C"/>
              </a:solidFill>
              <a:prstDash val="dash"/>
            </a:ln>
          </p:spPr>
        </p:sp>
        <p:sp>
          <p:nvSpPr>
            <p:cNvPr id="61" name="来源差异 :: 下方断点">
              <a:extLst>
                <a:ext uri="{FF2B5EF4-FFF2-40B4-BE49-F238E27FC236}">
                  <ns2:creationId id="{CB5F317E-820B-45BF-B542-02D6D49EB760}"/>
                </a:ext>
              </a:extLst>
            </p:cNvPr>
            <p:cNvSpPr>
              <a:spLocks noGrp="1"/>
            </p:cNvSpPr>
            <p:nvPr/>
          </p:nvSpPr>
          <p:spPr>
            <a:xfrm>
              <a:off x="8829675" y="4572000"/>
              <a:ext cx="0" cy="304800"/>
            </a:xfrm>
            <a:prstGeom prst="line">
              <a:avLst/>
            </a:prstGeom>
            <a:noFill/>
            <a:ln w="15240">
              <a:solidFill>
                <a:srgbClr val="C3422C"/>
              </a:solidFill>
              <a:prstDash val="dash"/>
            </a:ln>
          </p:spPr>
        </p:sp>
        <p:sp>
          <p:nvSpPr>
            <p:cNvPr id="62" name="来源差异 :: 不等号">
              <a:extLst>
                <a:ext uri="{FF2B5EF4-FFF2-40B4-BE49-F238E27FC236}">
                  <ns2:creationId id="{061F997A-24EF-41A4-A8AD-942AE9DE0758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990975"/>
              <a:ext cx="55245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4125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4125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125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rPr>
                <a:t>≠</a:t>
              </a:r>
            </a:p>
          </p:txBody>
        </p:sp>
        <p:sp>
          <p:nvSpPr>
            <p:cNvPr id="63" name="来源差异 :: 数据来源说明">
              <a:extLst>
                <a:ext uri="{FF2B5EF4-FFF2-40B4-BE49-F238E27FC236}">
                  <ns2:creationId id="{2345C5E9-0965-436B-8B98-B8806681C240}"/>
                </a:ext>
              </a:extLst>
            </p:cNvPr>
            <p:cNvSpPr>
              <a:spLocks noGrp="1"/>
            </p:cNvSpPr>
            <p:nvPr/>
          </p:nvSpPr>
          <p:spPr>
            <a:xfrm>
              <a:off x="9191625" y="4076700"/>
              <a:ext cx="5429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仿真时序不等于真机时序</a:t>
              </a:r>
            </a:p>
          </p:txBody>
        </p:sp>
      </p:grpSp>
      <p:grpSp>
        <p:nvGrpSpPr>
          <p:cNvPr id="176" name="真机上板"/>
          <p:cNvGrpSpPr/>
          <p:nvPr/>
        </p:nvGrpSpPr>
        <p:grpSpPr>
          <a:xfrm>
            <a:off x="381000" y="5260658"/>
            <a:ext cx="3286125" cy="2206942"/>
            <a:chOff x="381000" y="5260658"/>
            <a:chExt cx="3286125" cy="2206942"/>
          </a:xfrm>
        </p:grpSpPr>
        <p:sp>
          <p:nvSpPr>
            <p:cNvPr id="64" name="真机上板 :: NPU-厚度">
              <a:extLst>
                <a:ext uri="{FF2B5EF4-FFF2-40B4-BE49-F238E27FC236}">
                  <ns2:creationId id="{34C5385E-99E1-4C8B-8DE3-2B60ADFB17AC}"/>
                </a:ext>
              </a:extLst>
            </p:cNvPr>
            <p:cNvSpPr>
              <a:spLocks noGrp="1"/>
            </p:cNvSpPr>
            <p:nvPr/>
          </p:nvSpPr>
          <p:spPr>
            <a:xfrm>
              <a:off x="428625" y="5260658"/>
              <a:ext cx="3190875" cy="1855470"/>
            </a:xfrm>
            <a:custGeom>
              <a:pathLst>
                <a:path w="3190875" h="1855470">
                  <a:moveTo>
                    <a:pt x="1276350" y="95250"/>
                  </a:moveTo>
                  <a:lnTo>
                    <a:pt x="3190875" y="735330"/>
                  </a:lnTo>
                  <a:lnTo>
                    <a:pt x="1914525" y="1855470"/>
                  </a:lnTo>
                  <a:lnTo>
                    <a:pt x="0" y="1215390"/>
                  </a:lnTo>
                  <a:lnTo>
                    <a:pt x="1276350" y="0"/>
                  </a:lnTo>
                  <a:close/>
                </a:path>
              </a:pathLst>
            </a:custGeom>
            <a:solidFill>
              <a:srgbClr val="D96849"/>
            </a:solidFill>
            <a:ln w="19050">
              <a:solidFill>
                <a:srgbClr val="C3422C"/>
              </a:solidFill>
            </a:ln>
          </p:spPr>
        </p:sp>
        <p:sp>
          <p:nvSpPr>
            <p:cNvPr id="65" name="真机上板 :: NPU-板面">
              <a:extLst>
                <a:ext uri="{FF2B5EF4-FFF2-40B4-BE49-F238E27FC236}">
                  <ns2:creationId id="{26DF644A-FF47-4DF4-98C2-9C84756F5AAB}"/>
                </a:ext>
              </a:extLst>
            </p:cNvPr>
            <p:cNvSpPr>
              <a:spLocks noGrp="1"/>
            </p:cNvSpPr>
            <p:nvPr/>
          </p:nvSpPr>
          <p:spPr>
            <a:xfrm>
              <a:off x="428625" y="5260658"/>
              <a:ext cx="3190875" cy="1760220"/>
            </a:xfrm>
            <a:custGeom>
              <a:pathLst>
                <a:path w="3190875" h="1760220">
                  <a:moveTo>
                    <a:pt x="1276350" y="0"/>
                  </a:moveTo>
                  <a:lnTo>
                    <a:pt x="3190875" y="640080"/>
                  </a:lnTo>
                  <a:lnTo>
                    <a:pt x="1914525" y="1760220"/>
                  </a:lnTo>
                  <a:lnTo>
                    <a:pt x="0" y="1120140"/>
                  </a:lnTo>
                  <a:close/>
                </a:path>
              </a:pathLst>
            </a:custGeom>
            <a:solidFill>
              <a:srgbClr val="F8CFBF"/>
            </a:solidFill>
            <a:ln w="22860">
              <a:solidFill>
                <a:srgbClr val="C3422C"/>
              </a:solidFill>
            </a:ln>
          </p:spPr>
        </p:sp>
        <p:sp>
          <p:nvSpPr>
            <p:cNvPr id="66" name="真机上板 :: NPU-安装孔0">
              <a:extLst>
                <a:ext uri="{FF2B5EF4-FFF2-40B4-BE49-F238E27FC236}">
                  <ns2:creationId id="{87D80697-BD07-40F6-B566-AA3AD50B5DDF}"/>
                </a:ext>
              </a:extLst>
            </p:cNvPr>
            <p:cNvSpPr>
              <a:spLocks noGrp="1"/>
            </p:cNvSpPr>
            <p:nvPr/>
          </p:nvSpPr>
          <p:spPr>
            <a:xfrm>
              <a:off x="1673352" y="5339372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67" name="真机上板 :: NPU-安装孔1">
              <a:extLst>
                <a:ext uri="{FF2B5EF4-FFF2-40B4-BE49-F238E27FC236}">
                  <ns2:creationId id="{CA92A1C0-612D-4F14-B9E5-75F4F22FFB72}"/>
                </a:ext>
              </a:extLst>
            </p:cNvPr>
            <p:cNvSpPr>
              <a:spLocks noGrp="1"/>
            </p:cNvSpPr>
            <p:nvPr/>
          </p:nvSpPr>
          <p:spPr>
            <a:xfrm>
              <a:off x="3319844" y="5889841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68" name="真机上板 :: NPU-安装孔2">
              <a:extLst>
                <a:ext uri="{FF2B5EF4-FFF2-40B4-BE49-F238E27FC236}">
                  <ns2:creationId id="{439A904C-ECF8-4200-9116-3490469204F2}"/>
                </a:ext>
              </a:extLst>
            </p:cNvPr>
            <p:cNvSpPr>
              <a:spLocks noGrp="1"/>
            </p:cNvSpPr>
            <p:nvPr/>
          </p:nvSpPr>
          <p:spPr>
            <a:xfrm>
              <a:off x="2234946" y="6841960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69" name="真机上板 :: NPU-安装孔3">
              <a:extLst>
                <a:ext uri="{FF2B5EF4-FFF2-40B4-BE49-F238E27FC236}">
                  <ns2:creationId id="{31A0AF53-3CE2-4B31-897E-5D8EBBE0F6C5}"/>
                </a:ext>
              </a:extLst>
            </p:cNvPr>
            <p:cNvSpPr>
              <a:spLocks noGrp="1"/>
            </p:cNvSpPr>
            <p:nvPr/>
          </p:nvSpPr>
          <p:spPr>
            <a:xfrm>
              <a:off x="588455" y="6291491"/>
              <a:ext cx="114300" cy="76200"/>
            </a:xfrm>
            <a:prstGeom prst="ellipse">
              <a:avLst/>
            </a:prstGeom>
            <a:solidFill>
              <a:srgbClr val="FFF8F2"/>
            </a:solidFill>
            <a:ln w="10478">
              <a:solidFill>
                <a:srgbClr val="C3422C"/>
              </a:solidFill>
              <a:prstDash val="solid"/>
            </a:ln>
          </p:spPr>
        </p:sp>
        <p:sp>
          <p:nvSpPr>
            <p:cNvPr id="70" name="真机上板 :: NPU-走线0">
              <a:extLst>
                <a:ext uri="{FF2B5EF4-FFF2-40B4-BE49-F238E27FC236}">
                  <ns2:creationId id="{61F9ED2D-D0ED-41C2-AF87-9B03151CBCE0}"/>
                </a:ext>
              </a:extLst>
            </p:cNvPr>
            <p:cNvSpPr>
              <a:spLocks noGrp="1"/>
            </p:cNvSpPr>
            <p:nvPr/>
          </p:nvSpPr>
          <p:spPr>
            <a:xfrm>
              <a:off x="830675" y="5446281"/>
              <a:ext cx="1059371" cy="929716"/>
            </a:xfrm>
            <a:custGeom>
              <a:pathLst>
                <a:path w="1059371" h="929716">
                  <a:moveTo>
                    <a:pt x="1059371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1" name="真机上板 :: NPU-走线1">
              <a:extLst>
                <a:ext uri="{FF2B5EF4-FFF2-40B4-BE49-F238E27FC236}">
                  <ns2:creationId id="{E5C3A280-BF4E-43B7-ADCE-E6361DB5D49D}"/>
                </a:ext>
              </a:extLst>
            </p:cNvPr>
            <p:cNvSpPr>
              <a:spLocks noGrp="1"/>
            </p:cNvSpPr>
            <p:nvPr/>
          </p:nvSpPr>
          <p:spPr>
            <a:xfrm>
              <a:off x="1022128" y="5510289"/>
              <a:ext cx="1059371" cy="929716"/>
            </a:xfrm>
            <a:custGeom>
              <a:pathLst>
                <a:path w="1059371" h="929716">
                  <a:moveTo>
                    <a:pt x="1059371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2" name="真机上板 :: NPU-走线2">
              <a:extLst>
                <a:ext uri="{FF2B5EF4-FFF2-40B4-BE49-F238E27FC236}">
                  <ns2:creationId id="{5613F925-B06F-47B8-BBBD-B914517AF1B3}"/>
                </a:ext>
              </a:extLst>
            </p:cNvPr>
            <p:cNvSpPr>
              <a:spLocks noGrp="1"/>
            </p:cNvSpPr>
            <p:nvPr/>
          </p:nvSpPr>
          <p:spPr>
            <a:xfrm>
              <a:off x="1213580" y="5574297"/>
              <a:ext cx="1059371" cy="929716"/>
            </a:xfrm>
            <a:custGeom>
              <a:pathLst>
                <a:path w="1059371" h="929716">
                  <a:moveTo>
                    <a:pt x="1059371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3" name="真机上板 :: NPU-走线3">
              <a:extLst>
                <a:ext uri="{FF2B5EF4-FFF2-40B4-BE49-F238E27FC236}">
                  <ns2:creationId id="{7D60F3F6-F186-4C11-B374-B477E11A964B}"/>
                </a:ext>
              </a:extLst>
            </p:cNvPr>
            <p:cNvSpPr>
              <a:spLocks noGrp="1"/>
            </p:cNvSpPr>
            <p:nvPr/>
          </p:nvSpPr>
          <p:spPr>
            <a:xfrm>
              <a:off x="1405033" y="5638305"/>
              <a:ext cx="1059370" cy="929716"/>
            </a:xfrm>
            <a:custGeom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4" name="真机上板 :: NPU-走线4">
              <a:extLst>
                <a:ext uri="{FF2B5EF4-FFF2-40B4-BE49-F238E27FC236}">
                  <ns2:creationId id="{DE46BC2C-41D3-4DB4-B8B2-3B3234CF098E}"/>
                </a:ext>
              </a:extLst>
            </p:cNvPr>
            <p:cNvSpPr>
              <a:spLocks noGrp="1"/>
            </p:cNvSpPr>
            <p:nvPr/>
          </p:nvSpPr>
          <p:spPr>
            <a:xfrm>
              <a:off x="1596485" y="5702313"/>
              <a:ext cx="1059370" cy="929716"/>
            </a:xfrm>
            <a:custGeom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5" name="真机上板 :: NPU-走线5">
              <a:extLst>
                <a:ext uri="{FF2B5EF4-FFF2-40B4-BE49-F238E27FC236}">
                  <ns2:creationId id="{4089FD67-F35C-4234-A2D3-1253ACC243E0}"/>
                </a:ext>
              </a:extLst>
            </p:cNvPr>
            <p:cNvSpPr>
              <a:spLocks noGrp="1"/>
            </p:cNvSpPr>
            <p:nvPr/>
          </p:nvSpPr>
          <p:spPr>
            <a:xfrm>
              <a:off x="1787938" y="5766321"/>
              <a:ext cx="1059370" cy="929716"/>
            </a:xfrm>
            <a:custGeom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6" name="真机上板 :: NPU-走线6">
              <a:extLst>
                <a:ext uri="{FF2B5EF4-FFF2-40B4-BE49-F238E27FC236}">
                  <ns2:creationId id="{3E6FD81B-3C70-4838-94AF-337CB2AC9A39}"/>
                </a:ext>
              </a:extLst>
            </p:cNvPr>
            <p:cNvSpPr>
              <a:spLocks noGrp="1"/>
            </p:cNvSpPr>
            <p:nvPr/>
          </p:nvSpPr>
          <p:spPr>
            <a:xfrm>
              <a:off x="1979390" y="5830329"/>
              <a:ext cx="1059370" cy="929716"/>
            </a:xfrm>
            <a:custGeom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7620">
              <a:solidFill>
                <a:srgbClr val="E9A38C"/>
              </a:solidFill>
            </a:ln>
          </p:spPr>
        </p:sp>
        <p:sp>
          <p:nvSpPr>
            <p:cNvPr id="77" name="真机上板 :: NPU-元件0侧">
              <a:extLst>
                <a:ext uri="{FF2B5EF4-FFF2-40B4-BE49-F238E27FC236}">
                  <ns2:creationId id="{84F5B3D4-9436-477B-B1E6-55B566124985}"/>
                </a:ext>
              </a:extLst>
            </p:cNvPr>
            <p:cNvSpPr>
              <a:spLocks noGrp="1"/>
            </p:cNvSpPr>
            <p:nvPr/>
          </p:nvSpPr>
          <p:spPr>
            <a:xfrm>
              <a:off x="1743265" y="5411457"/>
              <a:ext cx="191453" cy="201244"/>
            </a:xfrm>
            <a:custGeom>
              <a:pathLst>
                <a:path w="191453" h="201244">
                  <a:moveTo>
                    <a:pt x="0" y="0"/>
                  </a:moveTo>
                  <a:lnTo>
                    <a:pt x="191453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3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78" name="真机上板 :: NPU-元件0">
              <a:extLst>
                <a:ext uri="{FF2B5EF4-FFF2-40B4-BE49-F238E27FC236}">
                  <ns2:creationId id="{C36D76B8-7D7E-4874-9E2C-78C225B8B6DC}"/>
                </a:ext>
              </a:extLst>
            </p:cNvPr>
            <p:cNvSpPr>
              <a:spLocks noGrp="1"/>
            </p:cNvSpPr>
            <p:nvPr/>
          </p:nvSpPr>
          <p:spPr>
            <a:xfrm>
              <a:off x="1641157" y="5411457"/>
              <a:ext cx="293561" cy="153619"/>
            </a:xfrm>
            <a:custGeom>
              <a:pathLst>
                <a:path w="293561" h="153619">
                  <a:moveTo>
                    <a:pt x="102108" y="0"/>
                  </a:moveTo>
                  <a:lnTo>
                    <a:pt x="293561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79" name="真机上板 :: NPU-元件1侧">
              <a:extLst>
                <a:ext uri="{FF2B5EF4-FFF2-40B4-BE49-F238E27FC236}">
                  <ns2:creationId id="{FABE535B-7354-4AE0-9D1B-CE995D3BABF3}"/>
                </a:ext>
              </a:extLst>
            </p:cNvPr>
            <p:cNvSpPr>
              <a:spLocks noGrp="1"/>
            </p:cNvSpPr>
            <p:nvPr/>
          </p:nvSpPr>
          <p:spPr>
            <a:xfrm>
              <a:off x="2132552" y="5510670"/>
              <a:ext cx="191452" cy="190043"/>
            </a:xfrm>
            <a:custGeom>
              <a:pathLst>
                <a:path w="191452" h="190043">
                  <a:moveTo>
                    <a:pt x="0" y="0"/>
                  </a:moveTo>
                  <a:lnTo>
                    <a:pt x="191452" y="64008"/>
                  </a:lnTo>
                  <a:lnTo>
                    <a:pt x="102108" y="142418"/>
                  </a:lnTo>
                  <a:lnTo>
                    <a:pt x="102108" y="190043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80" name="真机上板 :: NPU-元件1">
              <a:extLst>
                <a:ext uri="{FF2B5EF4-FFF2-40B4-BE49-F238E27FC236}">
                  <ns2:creationId id="{6E171CF8-1FAE-4974-8E1C-E02BDDDF4953}"/>
                </a:ext>
              </a:extLst>
            </p:cNvPr>
            <p:cNvSpPr>
              <a:spLocks noGrp="1"/>
            </p:cNvSpPr>
            <p:nvPr/>
          </p:nvSpPr>
          <p:spPr>
            <a:xfrm>
              <a:off x="2043208" y="5510670"/>
              <a:ext cx="280797" cy="142418"/>
            </a:xfrm>
            <a:custGeom>
              <a:pathLst>
                <a:path w="280797" h="142418">
                  <a:moveTo>
                    <a:pt x="89344" y="0"/>
                  </a:moveTo>
                  <a:lnTo>
                    <a:pt x="280797" y="64008"/>
                  </a:lnTo>
                  <a:lnTo>
                    <a:pt x="191452" y="142418"/>
                  </a:lnTo>
                  <a:lnTo>
                    <a:pt x="0" y="78410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81" name="真机上板 :: NPU-元件2侧">
              <a:extLst>
                <a:ext uri="{FF2B5EF4-FFF2-40B4-BE49-F238E27FC236}">
                  <ns2:creationId id="{CEDF6D03-C0B9-4033-905D-0C68D8E86CEF}"/>
                </a:ext>
              </a:extLst>
            </p:cNvPr>
            <p:cNvSpPr>
              <a:spLocks noGrp="1"/>
            </p:cNvSpPr>
            <p:nvPr/>
          </p:nvSpPr>
          <p:spPr>
            <a:xfrm>
              <a:off x="2515457" y="5638686"/>
              <a:ext cx="191452" cy="190043"/>
            </a:xfrm>
            <a:custGeom>
              <a:pathLst>
                <a:path w="191452" h="190043">
                  <a:moveTo>
                    <a:pt x="0" y="0"/>
                  </a:moveTo>
                  <a:lnTo>
                    <a:pt x="191452" y="64008"/>
                  </a:lnTo>
                  <a:lnTo>
                    <a:pt x="102108" y="142418"/>
                  </a:lnTo>
                  <a:lnTo>
                    <a:pt x="102108" y="190043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82" name="真机上板 :: NPU-元件2">
              <a:extLst>
                <a:ext uri="{FF2B5EF4-FFF2-40B4-BE49-F238E27FC236}">
                  <ns2:creationId id="{7ABFB6B0-DE05-40CF-893E-77D2E308E349}"/>
                </a:ext>
              </a:extLst>
            </p:cNvPr>
            <p:cNvSpPr>
              <a:spLocks noGrp="1"/>
            </p:cNvSpPr>
            <p:nvPr/>
          </p:nvSpPr>
          <p:spPr>
            <a:xfrm>
              <a:off x="2426113" y="5638686"/>
              <a:ext cx="280797" cy="142418"/>
            </a:xfrm>
            <a:custGeom>
              <a:pathLst>
                <a:path w="280797" h="142418">
                  <a:moveTo>
                    <a:pt x="89345" y="0"/>
                  </a:moveTo>
                  <a:lnTo>
                    <a:pt x="280797" y="64008"/>
                  </a:lnTo>
                  <a:lnTo>
                    <a:pt x="191452" y="142418"/>
                  </a:lnTo>
                  <a:lnTo>
                    <a:pt x="0" y="78410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83" name="真机上板 :: NPU-元件3侧">
              <a:extLst>
                <a:ext uri="{FF2B5EF4-FFF2-40B4-BE49-F238E27FC236}">
                  <ns2:creationId id="{47FE6BC9-EF0F-4C67-8D7F-E526ED3CB2F7}"/>
                </a:ext>
              </a:extLst>
            </p:cNvPr>
            <p:cNvSpPr>
              <a:spLocks noGrp="1"/>
            </p:cNvSpPr>
            <p:nvPr/>
          </p:nvSpPr>
          <p:spPr>
            <a:xfrm>
              <a:off x="2943035" y="5797106"/>
              <a:ext cx="229743" cy="225247"/>
            </a:xfrm>
            <a:custGeom>
              <a:pathLst>
                <a:path w="229743" h="225247">
                  <a:moveTo>
                    <a:pt x="0" y="0"/>
                  </a:moveTo>
                  <a:lnTo>
                    <a:pt x="229743" y="76810"/>
                  </a:lnTo>
                  <a:lnTo>
                    <a:pt x="114872" y="177622"/>
                  </a:lnTo>
                  <a:lnTo>
                    <a:pt x="114872" y="225247"/>
                  </a:lnTo>
                  <a:lnTo>
                    <a:pt x="229743" y="12443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84" name="真机上板 :: NPU-元件3">
              <a:extLst>
                <a:ext uri="{FF2B5EF4-FFF2-40B4-BE49-F238E27FC236}">
                  <ns2:creationId id="{A52BF233-72AF-4FB9-BED4-52A79765A266}"/>
                </a:ext>
              </a:extLst>
            </p:cNvPr>
            <p:cNvSpPr>
              <a:spLocks noGrp="1"/>
            </p:cNvSpPr>
            <p:nvPr/>
          </p:nvSpPr>
          <p:spPr>
            <a:xfrm>
              <a:off x="2828163" y="5797106"/>
              <a:ext cx="344615" cy="177622"/>
            </a:xfrm>
            <a:custGeom>
              <a:pathLst>
                <a:path w="344615" h="177622">
                  <a:moveTo>
                    <a:pt x="114872" y="0"/>
                  </a:moveTo>
                  <a:lnTo>
                    <a:pt x="344615" y="76810"/>
                  </a:lnTo>
                  <a:lnTo>
                    <a:pt x="229743" y="177622"/>
                  </a:lnTo>
                  <a:lnTo>
                    <a:pt x="0" y="100813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85" name="真机上板 :: NPU-元件4侧">
              <a:extLst>
                <a:ext uri="{FF2B5EF4-FFF2-40B4-BE49-F238E27FC236}">
                  <ns2:creationId id="{41D683CF-39AF-41AA-93FA-77A5B6B14223}"/>
                </a:ext>
              </a:extLst>
            </p:cNvPr>
            <p:cNvSpPr>
              <a:spLocks noGrp="1"/>
            </p:cNvSpPr>
            <p:nvPr/>
          </p:nvSpPr>
          <p:spPr>
            <a:xfrm>
              <a:off x="2936653" y="6057938"/>
              <a:ext cx="191452" cy="201244"/>
            </a:xfrm>
            <a:custGeom>
              <a:pathLst>
                <a:path w="191452" h="201244">
                  <a:moveTo>
                    <a:pt x="0" y="0"/>
                  </a:moveTo>
                  <a:lnTo>
                    <a:pt x="191452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86" name="真机上板 :: NPU-元件4">
              <a:extLst>
                <a:ext uri="{FF2B5EF4-FFF2-40B4-BE49-F238E27FC236}">
                  <ns2:creationId id="{3654BF2B-24AE-4008-B20F-6B83A27B33D3}"/>
                </a:ext>
              </a:extLst>
            </p:cNvPr>
            <p:cNvSpPr>
              <a:spLocks noGrp="1"/>
            </p:cNvSpPr>
            <p:nvPr/>
          </p:nvSpPr>
          <p:spPr>
            <a:xfrm>
              <a:off x="2834545" y="6057938"/>
              <a:ext cx="293560" cy="153619"/>
            </a:xfrm>
            <a:custGeom>
              <a:pathLst>
                <a:path w="293560" h="153619">
                  <a:moveTo>
                    <a:pt x="102108" y="0"/>
                  </a:moveTo>
                  <a:lnTo>
                    <a:pt x="293560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87" name="真机上板 :: NPU-元件5侧">
              <a:extLst>
                <a:ext uri="{FF2B5EF4-FFF2-40B4-BE49-F238E27FC236}">
                  <ns2:creationId id="{A2C2E894-DB2E-4968-9DF7-8212FF5DA621}"/>
                </a:ext>
              </a:extLst>
            </p:cNvPr>
            <p:cNvSpPr>
              <a:spLocks noGrp="1"/>
            </p:cNvSpPr>
            <p:nvPr/>
          </p:nvSpPr>
          <p:spPr>
            <a:xfrm>
              <a:off x="2706910" y="6305969"/>
              <a:ext cx="191452" cy="201244"/>
            </a:xfrm>
            <a:custGeom>
              <a:pathLst>
                <a:path w="191452" h="201244">
                  <a:moveTo>
                    <a:pt x="0" y="0"/>
                  </a:moveTo>
                  <a:lnTo>
                    <a:pt x="191452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88" name="真机上板 :: NPU-元件5">
              <a:extLst>
                <a:ext uri="{FF2B5EF4-FFF2-40B4-BE49-F238E27FC236}">
                  <ns2:creationId id="{8045D5F3-AABC-4463-9D9B-7D88470930DF}"/>
                </a:ext>
              </a:extLst>
            </p:cNvPr>
            <p:cNvSpPr>
              <a:spLocks noGrp="1"/>
            </p:cNvSpPr>
            <p:nvPr/>
          </p:nvSpPr>
          <p:spPr>
            <a:xfrm>
              <a:off x="2604802" y="6305969"/>
              <a:ext cx="293560" cy="153619"/>
            </a:xfrm>
            <a:custGeom>
              <a:pathLst>
                <a:path w="293560" h="153619">
                  <a:moveTo>
                    <a:pt x="102108" y="0"/>
                  </a:moveTo>
                  <a:lnTo>
                    <a:pt x="293560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89" name="真机上板 :: NPU-元件6侧">
              <a:extLst>
                <a:ext uri="{FF2B5EF4-FFF2-40B4-BE49-F238E27FC236}">
                  <ns2:creationId id="{A54EFB1D-C0E3-4B40-B7BF-3BC89F52872E}"/>
                </a:ext>
              </a:extLst>
            </p:cNvPr>
            <p:cNvSpPr>
              <a:spLocks noGrp="1"/>
            </p:cNvSpPr>
            <p:nvPr/>
          </p:nvSpPr>
          <p:spPr>
            <a:xfrm>
              <a:off x="2394204" y="6557201"/>
              <a:ext cx="191452" cy="212446"/>
            </a:xfrm>
            <a:custGeom>
              <a:pathLst>
                <a:path w="191452" h="212446">
                  <a:moveTo>
                    <a:pt x="0" y="0"/>
                  </a:moveTo>
                  <a:lnTo>
                    <a:pt x="191452" y="64008"/>
                  </a:lnTo>
                  <a:lnTo>
                    <a:pt x="76581" y="164821"/>
                  </a:lnTo>
                  <a:lnTo>
                    <a:pt x="76581" y="212446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90" name="真机上板 :: NPU-元件6">
              <a:extLst>
                <a:ext uri="{FF2B5EF4-FFF2-40B4-BE49-F238E27FC236}">
                  <ns2:creationId id="{1719920B-FDC8-414E-93C4-DDC1DDB9134F}"/>
                </a:ext>
              </a:extLst>
            </p:cNvPr>
            <p:cNvSpPr>
              <a:spLocks noGrp="1"/>
            </p:cNvSpPr>
            <p:nvPr/>
          </p:nvSpPr>
          <p:spPr>
            <a:xfrm>
              <a:off x="2279333" y="6557201"/>
              <a:ext cx="306324" cy="164821"/>
            </a:xfrm>
            <a:custGeom>
              <a:pathLst>
                <a:path w="306324" h="164821">
                  <a:moveTo>
                    <a:pt x="114872" y="0"/>
                  </a:moveTo>
                  <a:lnTo>
                    <a:pt x="306324" y="64008"/>
                  </a:lnTo>
                  <a:lnTo>
                    <a:pt x="191452" y="164821"/>
                  </a:lnTo>
                  <a:lnTo>
                    <a:pt x="0" y="100813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91" name="真机上板 :: NPU-元件7侧">
              <a:extLst>
                <a:ext uri="{FF2B5EF4-FFF2-40B4-BE49-F238E27FC236}">
                  <ns2:creationId id="{8A7E876B-5223-428D-A488-913745BEBCC1}"/>
                </a:ext>
              </a:extLst>
            </p:cNvPr>
            <p:cNvSpPr>
              <a:spLocks noGrp="1"/>
            </p:cNvSpPr>
            <p:nvPr/>
          </p:nvSpPr>
          <p:spPr>
            <a:xfrm>
              <a:off x="1851755" y="6545999"/>
              <a:ext cx="210598" cy="207645"/>
            </a:xfrm>
            <a:custGeom>
              <a:pathLst>
                <a:path w="210598" h="207645">
                  <a:moveTo>
                    <a:pt x="0" y="0"/>
                  </a:moveTo>
                  <a:lnTo>
                    <a:pt x="210598" y="70409"/>
                  </a:lnTo>
                  <a:lnTo>
                    <a:pt x="108490" y="160020"/>
                  </a:lnTo>
                  <a:lnTo>
                    <a:pt x="108490" y="207645"/>
                  </a:lnTo>
                  <a:lnTo>
                    <a:pt x="210598" y="118034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92" name="真机上板 :: NPU-元件7">
              <a:extLst>
                <a:ext uri="{FF2B5EF4-FFF2-40B4-BE49-F238E27FC236}">
                  <ns2:creationId id="{2628DDE0-BD3A-49C0-BFDC-38223A17D339}"/>
                </a:ext>
              </a:extLst>
            </p:cNvPr>
            <p:cNvSpPr>
              <a:spLocks noGrp="1"/>
            </p:cNvSpPr>
            <p:nvPr/>
          </p:nvSpPr>
          <p:spPr>
            <a:xfrm>
              <a:off x="1749647" y="6545999"/>
              <a:ext cx="312706" cy="160020"/>
            </a:xfrm>
            <a:custGeom>
              <a:pathLst>
                <a:path w="312706" h="160020">
                  <a:moveTo>
                    <a:pt x="102108" y="0"/>
                  </a:moveTo>
                  <a:lnTo>
                    <a:pt x="312706" y="70409"/>
                  </a:lnTo>
                  <a:lnTo>
                    <a:pt x="210598" y="160020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93" name="真机上板 :: NPU-元件8侧">
              <a:extLst>
                <a:ext uri="{FF2B5EF4-FFF2-40B4-BE49-F238E27FC236}">
                  <ns2:creationId id="{A4C118C2-9EE2-4BE9-8B5B-E88CAB4B0FB0}"/>
                </a:ext>
              </a:extLst>
            </p:cNvPr>
            <p:cNvSpPr>
              <a:spLocks noGrp="1"/>
            </p:cNvSpPr>
            <p:nvPr/>
          </p:nvSpPr>
          <p:spPr>
            <a:xfrm>
              <a:off x="1487996" y="6424384"/>
              <a:ext cx="191453" cy="201244"/>
            </a:xfrm>
            <a:custGeom>
              <a:pathLst>
                <a:path w="191453" h="201244">
                  <a:moveTo>
                    <a:pt x="0" y="0"/>
                  </a:moveTo>
                  <a:lnTo>
                    <a:pt x="191453" y="64008"/>
                  </a:lnTo>
                  <a:lnTo>
                    <a:pt x="89345" y="153619"/>
                  </a:lnTo>
                  <a:lnTo>
                    <a:pt x="89345" y="201244"/>
                  </a:lnTo>
                  <a:lnTo>
                    <a:pt x="191453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94" name="真机上板 :: NPU-元件8">
              <a:extLst>
                <a:ext uri="{FF2B5EF4-FFF2-40B4-BE49-F238E27FC236}">
                  <ns2:creationId id="{DC452B66-E680-4BB3-97C0-D3BAA8EC6F37}"/>
                </a:ext>
              </a:extLst>
            </p:cNvPr>
            <p:cNvSpPr>
              <a:spLocks noGrp="1"/>
            </p:cNvSpPr>
            <p:nvPr/>
          </p:nvSpPr>
          <p:spPr>
            <a:xfrm>
              <a:off x="1385888" y="6424384"/>
              <a:ext cx="293561" cy="153619"/>
            </a:xfrm>
            <a:custGeom>
              <a:pathLst>
                <a:path w="293561" h="153619">
                  <a:moveTo>
                    <a:pt x="102108" y="0"/>
                  </a:moveTo>
                  <a:lnTo>
                    <a:pt x="293561" y="64008"/>
                  </a:lnTo>
                  <a:lnTo>
                    <a:pt x="191453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95" name="真机上板 :: NPU-元件9侧">
              <a:extLst>
                <a:ext uri="{FF2B5EF4-FFF2-40B4-BE49-F238E27FC236}">
                  <ns2:creationId id="{DCAC265E-FF19-43EC-99F8-5C419FD95239}"/>
                </a:ext>
              </a:extLst>
            </p:cNvPr>
            <p:cNvSpPr>
              <a:spLocks noGrp="1"/>
            </p:cNvSpPr>
            <p:nvPr/>
          </p:nvSpPr>
          <p:spPr>
            <a:xfrm>
              <a:off x="1111472" y="6267564"/>
              <a:ext cx="191452" cy="212446"/>
            </a:xfrm>
            <a:custGeom>
              <a:pathLst>
                <a:path w="191452" h="212446">
                  <a:moveTo>
                    <a:pt x="0" y="0"/>
                  </a:moveTo>
                  <a:lnTo>
                    <a:pt x="191452" y="64008"/>
                  </a:lnTo>
                  <a:lnTo>
                    <a:pt x="76581" y="164821"/>
                  </a:lnTo>
                  <a:lnTo>
                    <a:pt x="76581" y="212446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96" name="真机上板 :: NPU-元件9">
              <a:extLst>
                <a:ext uri="{FF2B5EF4-FFF2-40B4-BE49-F238E27FC236}">
                  <ns2:creationId id="{AABF5ACB-FB48-4C6E-89C9-0831D2032991}"/>
                </a:ext>
              </a:extLst>
            </p:cNvPr>
            <p:cNvSpPr>
              <a:spLocks noGrp="1"/>
            </p:cNvSpPr>
            <p:nvPr/>
          </p:nvSpPr>
          <p:spPr>
            <a:xfrm>
              <a:off x="996601" y="6267564"/>
              <a:ext cx="306324" cy="164821"/>
            </a:xfrm>
            <a:custGeom>
              <a:pathLst>
                <a:path w="306324" h="164821">
                  <a:moveTo>
                    <a:pt x="114872" y="0"/>
                  </a:moveTo>
                  <a:lnTo>
                    <a:pt x="306324" y="64008"/>
                  </a:lnTo>
                  <a:lnTo>
                    <a:pt x="191452" y="164821"/>
                  </a:lnTo>
                  <a:lnTo>
                    <a:pt x="0" y="100813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C3422C"/>
              </a:solidFill>
            </a:ln>
          </p:spPr>
        </p:sp>
        <p:sp>
          <p:nvSpPr>
            <p:cNvPr id="97" name="真机上板 :: NPU-元件10侧">
              <a:extLst>
                <a:ext uri="{FF2B5EF4-FFF2-40B4-BE49-F238E27FC236}">
                  <ns2:creationId id="{A7EA75CC-D6B8-47F8-B932-49ABB6F6FF01}"/>
                </a:ext>
              </a:extLst>
            </p:cNvPr>
            <p:cNvSpPr>
              <a:spLocks noGrp="1"/>
            </p:cNvSpPr>
            <p:nvPr/>
          </p:nvSpPr>
          <p:spPr>
            <a:xfrm>
              <a:off x="1073182" y="5976328"/>
              <a:ext cx="191452" cy="201244"/>
            </a:xfrm>
            <a:custGeom>
              <a:pathLst>
                <a:path w="191452" h="201244">
                  <a:moveTo>
                    <a:pt x="0" y="0"/>
                  </a:moveTo>
                  <a:lnTo>
                    <a:pt x="191452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98" name="真机上板 :: NPU-元件10">
              <a:extLst>
                <a:ext uri="{FF2B5EF4-FFF2-40B4-BE49-F238E27FC236}">
                  <ns2:creationId id="{D4BDD7F0-453F-4444-A6E3-4B9098000AFA}"/>
                </a:ext>
              </a:extLst>
            </p:cNvPr>
            <p:cNvSpPr>
              <a:spLocks noGrp="1"/>
            </p:cNvSpPr>
            <p:nvPr/>
          </p:nvSpPr>
          <p:spPr>
            <a:xfrm>
              <a:off x="971074" y="5976328"/>
              <a:ext cx="293560" cy="153619"/>
            </a:xfrm>
            <a:custGeom>
              <a:pathLst>
                <a:path w="293560" h="153619">
                  <a:moveTo>
                    <a:pt x="102108" y="0"/>
                  </a:moveTo>
                  <a:lnTo>
                    <a:pt x="293560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99" name="真机上板 :: NPU-元件11侧">
              <a:extLst>
                <a:ext uri="{FF2B5EF4-FFF2-40B4-BE49-F238E27FC236}">
                  <ns2:creationId id="{282643A3-EB4C-465A-A9CA-E96F714AC4A4}"/>
                </a:ext>
              </a:extLst>
            </p:cNvPr>
            <p:cNvSpPr>
              <a:spLocks noGrp="1"/>
            </p:cNvSpPr>
            <p:nvPr/>
          </p:nvSpPr>
          <p:spPr>
            <a:xfrm>
              <a:off x="1322070" y="5734698"/>
              <a:ext cx="210598" cy="207645"/>
            </a:xfrm>
            <a:custGeom>
              <a:pathLst>
                <a:path w="210598" h="207645">
                  <a:moveTo>
                    <a:pt x="0" y="0"/>
                  </a:moveTo>
                  <a:lnTo>
                    <a:pt x="210598" y="70409"/>
                  </a:lnTo>
                  <a:lnTo>
                    <a:pt x="108490" y="160020"/>
                  </a:lnTo>
                  <a:lnTo>
                    <a:pt x="108490" y="207645"/>
                  </a:lnTo>
                  <a:lnTo>
                    <a:pt x="210598" y="118034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100" name="真机上板 :: NPU-元件11">
              <a:extLst>
                <a:ext uri="{FF2B5EF4-FFF2-40B4-BE49-F238E27FC236}">
                  <ns2:creationId id="{53A74D6B-F0AE-4398-9F94-67D3906570BD}"/>
                </a:ext>
              </a:extLst>
            </p:cNvPr>
            <p:cNvSpPr>
              <a:spLocks noGrp="1"/>
            </p:cNvSpPr>
            <p:nvPr/>
          </p:nvSpPr>
          <p:spPr>
            <a:xfrm>
              <a:off x="1219962" y="5734698"/>
              <a:ext cx="312706" cy="160020"/>
            </a:xfrm>
            <a:custGeom>
              <a:pathLst>
                <a:path w="312706" h="160020">
                  <a:moveTo>
                    <a:pt x="102108" y="0"/>
                  </a:moveTo>
                  <a:lnTo>
                    <a:pt x="312706" y="70409"/>
                  </a:lnTo>
                  <a:lnTo>
                    <a:pt x="210598" y="160020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EC9679"/>
            </a:solidFill>
            <a:ln w="12383">
              <a:solidFill>
                <a:srgbClr val="C3422C"/>
              </a:solidFill>
            </a:ln>
          </p:spPr>
        </p:sp>
        <p:sp>
          <p:nvSpPr>
            <p:cNvPr id="101" name="真机上板 :: NPU-引脚0-0">
              <a:extLst>
                <a:ext uri="{FF2B5EF4-FFF2-40B4-BE49-F238E27FC236}">
                  <ns2:creationId id="{0BA121CA-F905-48FD-B4CC-51BBE839C431}"/>
                </a:ext>
              </a:extLst>
            </p:cNvPr>
            <p:cNvSpPr>
              <a:spLocks noGrp="1"/>
            </p:cNvSpPr>
            <p:nvPr/>
          </p:nvSpPr>
          <p:spPr>
            <a:xfrm>
              <a:off x="1966627" y="5665737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2" name="真机上板 :: NPU-引脚0-1">
              <a:extLst>
                <a:ext uri="{FF2B5EF4-FFF2-40B4-BE49-F238E27FC236}">
                  <ns2:creationId id="{8458BF60-EC62-4DAA-87FF-5DC102159553}"/>
                </a:ext>
              </a:extLst>
            </p:cNvPr>
            <p:cNvSpPr>
              <a:spLocks noGrp="1"/>
            </p:cNvSpPr>
            <p:nvPr/>
          </p:nvSpPr>
          <p:spPr>
            <a:xfrm>
              <a:off x="1315688" y="6237008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3" name="真机上板 :: NPU-引脚0-2">
              <a:extLst>
                <a:ext uri="{FF2B5EF4-FFF2-40B4-BE49-F238E27FC236}">
                  <ns2:creationId id="{CA82A7B3-8EDF-4E24-BD5E-C38890506B61}"/>
                </a:ext>
              </a:extLst>
            </p:cNvPr>
            <p:cNvSpPr>
              <a:spLocks noGrp="1"/>
            </p:cNvSpPr>
            <p:nvPr/>
          </p:nvSpPr>
          <p:spPr>
            <a:xfrm>
              <a:off x="1730502" y="5720144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4" name="真机上板 :: NPU-引脚0-3">
              <a:extLst>
                <a:ext uri="{FF2B5EF4-FFF2-40B4-BE49-F238E27FC236}">
                  <ns2:creationId id="{C868CC9B-F569-43D4-9804-29D2D4CFC1A9}"/>
                </a:ext>
              </a:extLst>
            </p:cNvPr>
            <p:cNvSpPr>
              <a:spLocks noGrp="1"/>
            </p:cNvSpPr>
            <p:nvPr/>
          </p:nvSpPr>
          <p:spPr>
            <a:xfrm>
              <a:off x="2687765" y="6040184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5" name="真机上板 :: NPU-引脚1-0">
              <a:extLst>
                <a:ext uri="{FF2B5EF4-FFF2-40B4-BE49-F238E27FC236}">
                  <ns2:creationId id="{7217B191-8B30-4B67-98C1-AC5FF60F3B4B}"/>
                </a:ext>
              </a:extLst>
            </p:cNvPr>
            <p:cNvSpPr>
              <a:spLocks noGrp="1"/>
            </p:cNvSpPr>
            <p:nvPr/>
          </p:nvSpPr>
          <p:spPr>
            <a:xfrm>
              <a:off x="2045122" y="5691980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6" name="真机上板 :: NPU-引脚1-1">
              <a:extLst>
                <a:ext uri="{FF2B5EF4-FFF2-40B4-BE49-F238E27FC236}">
                  <ns2:creationId id="{2F782286-55C1-4362-8D4A-B4C269C38E83}"/>
                </a:ext>
              </a:extLst>
            </p:cNvPr>
            <p:cNvSpPr>
              <a:spLocks noGrp="1"/>
            </p:cNvSpPr>
            <p:nvPr/>
          </p:nvSpPr>
          <p:spPr>
            <a:xfrm>
              <a:off x="1394184" y="6263251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7" name="真机上板 :: NPU-引脚1-2">
              <a:extLst>
                <a:ext uri="{FF2B5EF4-FFF2-40B4-BE49-F238E27FC236}">
                  <ns2:creationId id="{6DB05DAE-8975-44F3-8D17-AF93D73BF400}"/>
                </a:ext>
              </a:extLst>
            </p:cNvPr>
            <p:cNvSpPr>
              <a:spLocks noGrp="1"/>
            </p:cNvSpPr>
            <p:nvPr/>
          </p:nvSpPr>
          <p:spPr>
            <a:xfrm>
              <a:off x="1678172" y="5766069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8" name="真机上板 :: NPU-引脚1-3">
              <a:extLst>
                <a:ext uri="{FF2B5EF4-FFF2-40B4-BE49-F238E27FC236}">
                  <ns2:creationId id="{2453F32E-5D86-4758-99BE-A1F3CE9F95F4}"/>
                </a:ext>
              </a:extLst>
            </p:cNvPr>
            <p:cNvSpPr>
              <a:spLocks noGrp="1"/>
            </p:cNvSpPr>
            <p:nvPr/>
          </p:nvSpPr>
          <p:spPr>
            <a:xfrm>
              <a:off x="2635434" y="6086109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09" name="真机上板 :: NPU-引脚2-0">
              <a:extLst>
                <a:ext uri="{FF2B5EF4-FFF2-40B4-BE49-F238E27FC236}">
                  <ns2:creationId id="{6148DB62-E3F2-4AEF-BD0D-B23DA1C63429}"/>
                </a:ext>
              </a:extLst>
            </p:cNvPr>
            <p:cNvSpPr>
              <a:spLocks noGrp="1"/>
            </p:cNvSpPr>
            <p:nvPr/>
          </p:nvSpPr>
          <p:spPr>
            <a:xfrm>
              <a:off x="2123618" y="5718223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0" name="真机上板 :: NPU-引脚2-1">
              <a:extLst>
                <a:ext uri="{FF2B5EF4-FFF2-40B4-BE49-F238E27FC236}">
                  <ns2:creationId id="{E9D08F0B-D5F9-4C83-8A44-478BF4831D80}"/>
                </a:ext>
              </a:extLst>
            </p:cNvPr>
            <p:cNvSpPr>
              <a:spLocks noGrp="1"/>
            </p:cNvSpPr>
            <p:nvPr/>
          </p:nvSpPr>
          <p:spPr>
            <a:xfrm>
              <a:off x="1472679" y="6289495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1" name="真机上板 :: NPU-引脚2-2">
              <a:extLst>
                <a:ext uri="{FF2B5EF4-FFF2-40B4-BE49-F238E27FC236}">
                  <ns2:creationId id="{A78637D9-2124-498A-90B6-E72AF3AC534F}"/>
                </a:ext>
              </a:extLst>
            </p:cNvPr>
            <p:cNvSpPr>
              <a:spLocks noGrp="1"/>
            </p:cNvSpPr>
            <p:nvPr/>
          </p:nvSpPr>
          <p:spPr>
            <a:xfrm>
              <a:off x="1625841" y="5811995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2" name="真机上板 :: NPU-引脚2-3">
              <a:extLst>
                <a:ext uri="{FF2B5EF4-FFF2-40B4-BE49-F238E27FC236}">
                  <ns2:creationId id="{9A56E3EC-7E22-44E2-B1F4-CA3B4B804E9E}"/>
                </a:ext>
              </a:extLst>
            </p:cNvPr>
            <p:cNvSpPr>
              <a:spLocks noGrp="1"/>
            </p:cNvSpPr>
            <p:nvPr/>
          </p:nvSpPr>
          <p:spPr>
            <a:xfrm>
              <a:off x="2583104" y="6132035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3" name="真机上板 :: NPU-引脚3-0">
              <a:extLst>
                <a:ext uri="{FF2B5EF4-FFF2-40B4-BE49-F238E27FC236}">
                  <ns2:creationId id="{DEC13557-72DC-45CC-A562-5CCEC767D53F}"/>
                </a:ext>
              </a:extLst>
            </p:cNvPr>
            <p:cNvSpPr>
              <a:spLocks noGrp="1"/>
            </p:cNvSpPr>
            <p:nvPr/>
          </p:nvSpPr>
          <p:spPr>
            <a:xfrm>
              <a:off x="2202113" y="5744467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4" name="真机上板 :: NPU-引脚3-1">
              <a:extLst>
                <a:ext uri="{FF2B5EF4-FFF2-40B4-BE49-F238E27FC236}">
                  <ns2:creationId id="{0D376C0A-9A54-471B-A038-9AEEEE9E616C}"/>
                </a:ext>
              </a:extLst>
            </p:cNvPr>
            <p:cNvSpPr>
              <a:spLocks noGrp="1"/>
            </p:cNvSpPr>
            <p:nvPr/>
          </p:nvSpPr>
          <p:spPr>
            <a:xfrm>
              <a:off x="1551175" y="6315738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5" name="真机上板 :: NPU-引脚3-2">
              <a:extLst>
                <a:ext uri="{FF2B5EF4-FFF2-40B4-BE49-F238E27FC236}">
                  <ns2:creationId id="{0D5B7D14-61AD-46C5-91FA-A6016E5BD164}"/>
                </a:ext>
              </a:extLst>
            </p:cNvPr>
            <p:cNvSpPr>
              <a:spLocks noGrp="1"/>
            </p:cNvSpPr>
            <p:nvPr/>
          </p:nvSpPr>
          <p:spPr>
            <a:xfrm>
              <a:off x="1573511" y="5857921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6" name="真机上板 :: NPU-引脚3-3">
              <a:extLst>
                <a:ext uri="{FF2B5EF4-FFF2-40B4-BE49-F238E27FC236}">
                  <ns2:creationId id="{066CE390-B6D5-4EE6-924D-237FBFA4A3A6}"/>
                </a:ext>
              </a:extLst>
            </p:cNvPr>
            <p:cNvSpPr>
              <a:spLocks noGrp="1"/>
            </p:cNvSpPr>
            <p:nvPr/>
          </p:nvSpPr>
          <p:spPr>
            <a:xfrm>
              <a:off x="2530773" y="6177961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7" name="真机上板 :: NPU-引脚4-0">
              <a:extLst>
                <a:ext uri="{FF2B5EF4-FFF2-40B4-BE49-F238E27FC236}">
                  <ns2:creationId id="{6CB4A023-C022-4DEC-A747-3F444FAF3187}"/>
                </a:ext>
              </a:extLst>
            </p:cNvPr>
            <p:cNvSpPr>
              <a:spLocks noGrp="1"/>
            </p:cNvSpPr>
            <p:nvPr/>
          </p:nvSpPr>
          <p:spPr>
            <a:xfrm>
              <a:off x="2280609" y="5770710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8" name="真机上板 :: NPU-引脚4-1">
              <a:extLst>
                <a:ext uri="{FF2B5EF4-FFF2-40B4-BE49-F238E27FC236}">
                  <ns2:creationId id="{74A92A68-25E1-4DAB-8C7C-AF418973F614}"/>
                </a:ext>
              </a:extLst>
            </p:cNvPr>
            <p:cNvSpPr>
              <a:spLocks noGrp="1"/>
            </p:cNvSpPr>
            <p:nvPr/>
          </p:nvSpPr>
          <p:spPr>
            <a:xfrm>
              <a:off x="1629670" y="6341981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19" name="真机上板 :: NPU-引脚4-2">
              <a:extLst>
                <a:ext uri="{FF2B5EF4-FFF2-40B4-BE49-F238E27FC236}">
                  <ns2:creationId id="{6036FD3E-5A77-4F77-9A22-7A63D64A5398}"/>
                </a:ext>
              </a:extLst>
            </p:cNvPr>
            <p:cNvSpPr>
              <a:spLocks noGrp="1"/>
            </p:cNvSpPr>
            <p:nvPr/>
          </p:nvSpPr>
          <p:spPr>
            <a:xfrm>
              <a:off x="1521181" y="5903846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0" name="真机上板 :: NPU-引脚4-3">
              <a:extLst>
                <a:ext uri="{FF2B5EF4-FFF2-40B4-BE49-F238E27FC236}">
                  <ns2:creationId id="{6B41169E-1024-4336-B5C3-4ADC647EE6A6}"/>
                </a:ext>
              </a:extLst>
            </p:cNvPr>
            <p:cNvSpPr>
              <a:spLocks noGrp="1"/>
            </p:cNvSpPr>
            <p:nvPr/>
          </p:nvSpPr>
          <p:spPr>
            <a:xfrm>
              <a:off x="2478443" y="6223886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1" name="真机上板 :: NPU-引脚5-0">
              <a:extLst>
                <a:ext uri="{FF2B5EF4-FFF2-40B4-BE49-F238E27FC236}">
                  <ns2:creationId id="{7EBEADC5-B582-4793-AB28-8F9D348D7A36}"/>
                </a:ext>
              </a:extLst>
            </p:cNvPr>
            <p:cNvSpPr>
              <a:spLocks noGrp="1"/>
            </p:cNvSpPr>
            <p:nvPr/>
          </p:nvSpPr>
          <p:spPr>
            <a:xfrm>
              <a:off x="2359104" y="5796953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2" name="真机上板 :: NPU-引脚5-1">
              <a:extLst>
                <a:ext uri="{FF2B5EF4-FFF2-40B4-BE49-F238E27FC236}">
                  <ns2:creationId id="{9159F801-AB9D-4D17-97F4-70C68DC255AC}"/>
                </a:ext>
              </a:extLst>
            </p:cNvPr>
            <p:cNvSpPr>
              <a:spLocks noGrp="1"/>
            </p:cNvSpPr>
            <p:nvPr/>
          </p:nvSpPr>
          <p:spPr>
            <a:xfrm>
              <a:off x="1708166" y="6368224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3" name="真机上板 :: NPU-引脚5-2">
              <a:extLst>
                <a:ext uri="{FF2B5EF4-FFF2-40B4-BE49-F238E27FC236}">
                  <ns2:creationId id="{AC1DD9A7-5C74-48D6-BC7D-ABFDB6996625}"/>
                </a:ext>
              </a:extLst>
            </p:cNvPr>
            <p:cNvSpPr>
              <a:spLocks noGrp="1"/>
            </p:cNvSpPr>
            <p:nvPr/>
          </p:nvSpPr>
          <p:spPr>
            <a:xfrm>
              <a:off x="1468850" y="5949772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4" name="真机上板 :: NPU-引脚5-3">
              <a:extLst>
                <a:ext uri="{FF2B5EF4-FFF2-40B4-BE49-F238E27FC236}">
                  <ns2:creationId id="{9EFA72E9-29B0-4071-9591-862931677D6D}"/>
                </a:ext>
              </a:extLst>
            </p:cNvPr>
            <p:cNvSpPr>
              <a:spLocks noGrp="1"/>
            </p:cNvSpPr>
            <p:nvPr/>
          </p:nvSpPr>
          <p:spPr>
            <a:xfrm>
              <a:off x="2426113" y="6269812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5" name="真机上板 :: NPU-引脚6-0">
              <a:extLst>
                <a:ext uri="{FF2B5EF4-FFF2-40B4-BE49-F238E27FC236}">
                  <ns2:creationId id="{3685056E-C120-4DF2-945D-3B04AF8095C6}"/>
                </a:ext>
              </a:extLst>
            </p:cNvPr>
            <p:cNvSpPr>
              <a:spLocks noGrp="1"/>
            </p:cNvSpPr>
            <p:nvPr/>
          </p:nvSpPr>
          <p:spPr>
            <a:xfrm>
              <a:off x="2437600" y="5823196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6" name="真机上板 :: NPU-引脚6-1">
              <a:extLst>
                <a:ext uri="{FF2B5EF4-FFF2-40B4-BE49-F238E27FC236}">
                  <ns2:creationId id="{E7B96F5C-2A0B-4B5C-A430-975958810365}"/>
                </a:ext>
              </a:extLst>
            </p:cNvPr>
            <p:cNvSpPr>
              <a:spLocks noGrp="1"/>
            </p:cNvSpPr>
            <p:nvPr/>
          </p:nvSpPr>
          <p:spPr>
            <a:xfrm>
              <a:off x="1786661" y="6394468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7" name="真机上板 :: NPU-引脚6-2">
              <a:extLst>
                <a:ext uri="{FF2B5EF4-FFF2-40B4-BE49-F238E27FC236}">
                  <ns2:creationId id="{549854DE-D76D-48E3-9D19-21CD8ED7BAC1}"/>
                </a:ext>
              </a:extLst>
            </p:cNvPr>
            <p:cNvSpPr>
              <a:spLocks noGrp="1"/>
            </p:cNvSpPr>
            <p:nvPr/>
          </p:nvSpPr>
          <p:spPr>
            <a:xfrm>
              <a:off x="1416520" y="5995698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8" name="真机上板 :: NPU-引脚6-3">
              <a:extLst>
                <a:ext uri="{FF2B5EF4-FFF2-40B4-BE49-F238E27FC236}">
                  <ns2:creationId id="{0616AD3B-EBB1-44E2-A679-44C686AA133F}"/>
                </a:ext>
              </a:extLst>
            </p:cNvPr>
            <p:cNvSpPr>
              <a:spLocks noGrp="1"/>
            </p:cNvSpPr>
            <p:nvPr/>
          </p:nvSpPr>
          <p:spPr>
            <a:xfrm>
              <a:off x="2373782" y="6315738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29" name="真机上板 :: NPU-引脚7-0">
              <a:extLst>
                <a:ext uri="{FF2B5EF4-FFF2-40B4-BE49-F238E27FC236}">
                  <ns2:creationId id="{7BCF38E3-E011-4129-B181-BC331BEF1C4A}"/>
                </a:ext>
              </a:extLst>
            </p:cNvPr>
            <p:cNvSpPr>
              <a:spLocks noGrp="1"/>
            </p:cNvSpPr>
            <p:nvPr/>
          </p:nvSpPr>
          <p:spPr>
            <a:xfrm>
              <a:off x="2516095" y="5849440"/>
              <a:ext cx="63817" cy="56007"/>
            </a:xfrm>
            <a:custGeom>
              <a:pathLst>
                <a:path w="63817" h="56007">
                  <a:moveTo>
                    <a:pt x="0" y="56007"/>
                  </a:moveTo>
                  <a:lnTo>
                    <a:pt x="63817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0" name="真机上板 :: NPU-引脚7-1">
              <a:extLst>
                <a:ext uri="{FF2B5EF4-FFF2-40B4-BE49-F238E27FC236}">
                  <ns2:creationId id="{4DC34A99-7F7C-4855-BC05-C98EFEF472E9}"/>
                </a:ext>
              </a:extLst>
            </p:cNvPr>
            <p:cNvSpPr>
              <a:spLocks noGrp="1"/>
            </p:cNvSpPr>
            <p:nvPr/>
          </p:nvSpPr>
          <p:spPr>
            <a:xfrm>
              <a:off x="1865157" y="6420711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1" name="真机上板 :: NPU-引脚7-2">
              <a:extLst>
                <a:ext uri="{FF2B5EF4-FFF2-40B4-BE49-F238E27FC236}">
                  <ns2:creationId id="{DF500CBA-243C-4C74-B031-7807560AC8AA}"/>
                </a:ext>
              </a:extLst>
            </p:cNvPr>
            <p:cNvSpPr>
              <a:spLocks noGrp="1"/>
            </p:cNvSpPr>
            <p:nvPr/>
          </p:nvSpPr>
          <p:spPr>
            <a:xfrm>
              <a:off x="1364190" y="6041624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2" name="真机上板 :: NPU-引脚7-3">
              <a:extLst>
                <a:ext uri="{FF2B5EF4-FFF2-40B4-BE49-F238E27FC236}">
                  <ns2:creationId id="{EDD0B071-5B7E-41DD-9ADD-32A956A0C1EB}"/>
                </a:ext>
              </a:extLst>
            </p:cNvPr>
            <p:cNvSpPr>
              <a:spLocks noGrp="1"/>
            </p:cNvSpPr>
            <p:nvPr/>
          </p:nvSpPr>
          <p:spPr>
            <a:xfrm>
              <a:off x="2321452" y="6361664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3" name="真机上板 :: NPU-引脚8-0">
              <a:extLst>
                <a:ext uri="{FF2B5EF4-FFF2-40B4-BE49-F238E27FC236}">
                  <ns2:creationId id="{908E11BB-7F10-4366-A11C-9D3030D07288}"/>
                </a:ext>
              </a:extLst>
            </p:cNvPr>
            <p:cNvSpPr>
              <a:spLocks noGrp="1"/>
            </p:cNvSpPr>
            <p:nvPr/>
          </p:nvSpPr>
          <p:spPr>
            <a:xfrm>
              <a:off x="2594591" y="5875683"/>
              <a:ext cx="63817" cy="56007"/>
            </a:xfrm>
            <a:custGeom>
              <a:pathLst>
                <a:path w="63817" h="56007">
                  <a:moveTo>
                    <a:pt x="0" y="56007"/>
                  </a:moveTo>
                  <a:lnTo>
                    <a:pt x="63817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4" name="真机上板 :: NPU-引脚8-1">
              <a:extLst>
                <a:ext uri="{FF2B5EF4-FFF2-40B4-BE49-F238E27FC236}">
                  <ns2:creationId id="{9576BA74-41C1-4F95-8B00-6DA2668266EE}"/>
                </a:ext>
              </a:extLst>
            </p:cNvPr>
            <p:cNvSpPr>
              <a:spLocks noGrp="1"/>
            </p:cNvSpPr>
            <p:nvPr/>
          </p:nvSpPr>
          <p:spPr>
            <a:xfrm>
              <a:off x="1943652" y="6446954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5" name="真机上板 :: NPU-引脚8-2">
              <a:extLst>
                <a:ext uri="{FF2B5EF4-FFF2-40B4-BE49-F238E27FC236}">
                  <ns2:creationId id="{A0F18DB4-5C14-471A-8340-E82522824B6E}"/>
                </a:ext>
              </a:extLst>
            </p:cNvPr>
            <p:cNvSpPr>
              <a:spLocks noGrp="1"/>
            </p:cNvSpPr>
            <p:nvPr/>
          </p:nvSpPr>
          <p:spPr>
            <a:xfrm>
              <a:off x="1311859" y="6087549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6" name="真机上板 :: NPU-引脚8-3">
              <a:extLst>
                <a:ext uri="{FF2B5EF4-FFF2-40B4-BE49-F238E27FC236}">
                  <ns2:creationId id="{529D042D-B7D2-4B94-B3A2-C3AEE4C0FA52}"/>
                </a:ext>
              </a:extLst>
            </p:cNvPr>
            <p:cNvSpPr>
              <a:spLocks noGrp="1"/>
            </p:cNvSpPr>
            <p:nvPr/>
          </p:nvSpPr>
          <p:spPr>
            <a:xfrm>
              <a:off x="2269122" y="6407589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7" name="真机上板 :: NPU-引脚9-0">
              <a:extLst>
                <a:ext uri="{FF2B5EF4-FFF2-40B4-BE49-F238E27FC236}">
                  <ns2:creationId id="{BEB98DBD-E26F-49B6-A612-2BB8289365E2}"/>
                </a:ext>
              </a:extLst>
            </p:cNvPr>
            <p:cNvSpPr>
              <a:spLocks noGrp="1"/>
            </p:cNvSpPr>
            <p:nvPr/>
          </p:nvSpPr>
          <p:spPr>
            <a:xfrm>
              <a:off x="2673086" y="5901926"/>
              <a:ext cx="63818" cy="56007"/>
            </a:xfrm>
            <a:custGeom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8" name="真机上板 :: NPU-引脚9-1">
              <a:extLst>
                <a:ext uri="{FF2B5EF4-FFF2-40B4-BE49-F238E27FC236}">
                  <ns2:creationId id="{BFF146E6-287A-4D88-A988-F969FBC209CC}"/>
                </a:ext>
              </a:extLst>
            </p:cNvPr>
            <p:cNvSpPr>
              <a:spLocks noGrp="1"/>
            </p:cNvSpPr>
            <p:nvPr/>
          </p:nvSpPr>
          <p:spPr>
            <a:xfrm>
              <a:off x="2022148" y="6473198"/>
              <a:ext cx="63818" cy="56007"/>
            </a:xfrm>
            <a:custGeom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39" name="真机上板 :: NPU-引脚9-2">
              <a:extLst>
                <a:ext uri="{FF2B5EF4-FFF2-40B4-BE49-F238E27FC236}">
                  <ns2:creationId id="{37FAA2B1-BA3F-4CC7-AFBA-92EDF1AA9909}"/>
                </a:ext>
              </a:extLst>
            </p:cNvPr>
            <p:cNvSpPr>
              <a:spLocks noGrp="1"/>
            </p:cNvSpPr>
            <p:nvPr/>
          </p:nvSpPr>
          <p:spPr>
            <a:xfrm>
              <a:off x="1259529" y="6133475"/>
              <a:ext cx="95726" cy="32004"/>
            </a:xfrm>
            <a:custGeom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40" name="真机上板 :: NPU-引脚9-3">
              <a:extLst>
                <a:ext uri="{FF2B5EF4-FFF2-40B4-BE49-F238E27FC236}">
                  <ns2:creationId id="{CC96D75F-63DC-4611-A40E-B4AB9F1DF098}"/>
                </a:ext>
              </a:extLst>
            </p:cNvPr>
            <p:cNvSpPr>
              <a:spLocks noGrp="1"/>
            </p:cNvSpPr>
            <p:nvPr/>
          </p:nvSpPr>
          <p:spPr>
            <a:xfrm>
              <a:off x="2216791" y="6453515"/>
              <a:ext cx="95726" cy="32004"/>
            </a:xfrm>
            <a:custGeom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5240">
              <a:solidFill>
                <a:srgbClr val="831F10"/>
              </a:solidFill>
            </a:ln>
          </p:spPr>
        </p:sp>
        <p:sp>
          <p:nvSpPr>
            <p:cNvPr id="141" name="真机上板 :: NPU-NPU芯片侧">
              <a:extLst>
                <a:ext uri="{FF2B5EF4-FFF2-40B4-BE49-F238E27FC236}">
                  <ns2:creationId id="{B504D8E0-420C-4F74-915F-0A1B2938773B}"/>
                </a:ext>
              </a:extLst>
            </p:cNvPr>
            <p:cNvSpPr>
              <a:spLocks noGrp="1"/>
            </p:cNvSpPr>
            <p:nvPr/>
          </p:nvSpPr>
          <p:spPr>
            <a:xfrm>
              <a:off x="1890046" y="5591366"/>
              <a:ext cx="861536" cy="936650"/>
            </a:xfrm>
            <a:custGeom>
              <a:pathLst>
                <a:path w="861536" h="936650">
                  <a:moveTo>
                    <a:pt x="0" y="0"/>
                  </a:moveTo>
                  <a:lnTo>
                    <a:pt x="861536" y="288036"/>
                  </a:lnTo>
                  <a:lnTo>
                    <a:pt x="274415" y="803300"/>
                  </a:lnTo>
                  <a:lnTo>
                    <a:pt x="274415" y="936650"/>
                  </a:lnTo>
                  <a:lnTo>
                    <a:pt x="861536" y="421386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65232"/>
            </a:solidFill>
            <a:ln w="9525">
              <a:solidFill>
                <a:srgbClr val="C3422C"/>
              </a:solidFill>
            </a:ln>
          </p:spPr>
        </p:sp>
        <p:sp>
          <p:nvSpPr>
            <p:cNvPr id="142" name="真机上板 :: NPU-NPU芯片">
              <a:extLst>
                <a:ext uri="{FF2B5EF4-FFF2-40B4-BE49-F238E27FC236}">
                  <ns2:creationId id="{052AE2BC-D76B-431E-A293-092805EB24E8}"/>
                </a:ext>
              </a:extLst>
            </p:cNvPr>
            <p:cNvSpPr>
              <a:spLocks noGrp="1"/>
            </p:cNvSpPr>
            <p:nvPr/>
          </p:nvSpPr>
          <p:spPr>
            <a:xfrm>
              <a:off x="1302925" y="5591366"/>
              <a:ext cx="1448657" cy="803300"/>
            </a:xfrm>
            <a:custGeom>
              <a:pathLst>
                <a:path w="1448657" h="803300">
                  <a:moveTo>
                    <a:pt x="587121" y="0"/>
                  </a:moveTo>
                  <a:lnTo>
                    <a:pt x="1448657" y="288036"/>
                  </a:lnTo>
                  <a:lnTo>
                    <a:pt x="861536" y="803300"/>
                  </a:lnTo>
                  <a:lnTo>
                    <a:pt x="0" y="515264"/>
                  </a:lnTo>
                  <a:close/>
                </a:path>
              </a:pathLst>
            </a:custGeom>
            <a:gradFill>
              <a:gsLst>
                <a:gs pos="0">
                  <a:srgbClr val="FFF8F4"/>
                </a:gs>
                <a:gs pos="100000">
                  <a:srgbClr val="F3B59C"/>
                </a:gs>
              </a:gsLst>
              <a:lin ang="5400000"/>
            </a:gradFill>
            <a:ln w="12383">
              <a:solidFill>
                <a:srgbClr val="C3422C"/>
              </a:solidFill>
            </a:ln>
          </p:spPr>
        </p:sp>
        <p:sp>
          <p:nvSpPr>
            <p:cNvPr id="143" name="真机上板 :: NPU-NPU字样">
              <a:extLst>
                <a:ext uri="{FF2B5EF4-FFF2-40B4-BE49-F238E27FC236}">
                  <ns2:creationId id="{B17B2618-2ACD-4F98-8456-87D9B32B40A2}"/>
                </a:ext>
              </a:extLst>
            </p:cNvPr>
            <p:cNvSpPr>
              <a:spLocks noGrp="1"/>
            </p:cNvSpPr>
            <p:nvPr/>
          </p:nvSpPr>
          <p:spPr>
            <a:xfrm rot="1109175">
              <a:off x="1590104" y="5796191"/>
              <a:ext cx="893445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87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87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87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NPU</a:t>
              </a:r>
            </a:p>
          </p:txBody>
        </p:sp>
        <p:sp>
          <p:nvSpPr>
            <p:cNvPr id="144" name="真机上板 :: 真机上板标签">
              <a:extLst>
                <a:ext uri="{FF2B5EF4-FFF2-40B4-BE49-F238E27FC236}">
                  <ns2:creationId id="{CD6CBEFE-65F7-4F82-A58F-7D9956E9AFE5}"/>
                </a:ext>
              </a:extLst>
            </p:cNvPr>
            <p:cNvSpPr>
              <a:spLocks noGrp="1"/>
            </p:cNvSpPr>
            <p:nvPr/>
          </p:nvSpPr>
          <p:spPr>
            <a:xfrm>
              <a:off x="381000" y="7010400"/>
              <a:ext cx="3286125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真实NPU上板</a:t>
              </a:r>
            </a:p>
          </p:txBody>
        </p:sp>
      </p:grpSp>
      <p:grpSp>
        <p:nvGrpSpPr>
          <p:cNvPr id="177" name="实测数据连接"/>
          <p:cNvGrpSpPr/>
          <p:nvPr/>
        </p:nvGrpSpPr>
        <p:grpSpPr>
          <a:xfrm>
            <a:off x="3771900" y="5629275"/>
            <a:ext cx="2590800" cy="533400"/>
            <a:chOff x="3771900" y="5629275"/>
            <a:chExt cx="2590800" cy="533400"/>
          </a:xfrm>
        </p:grpSpPr>
        <p:sp>
          <p:nvSpPr>
            <p:cNvPr id="145" name="实测数据连接 :: 实测数据字样">
              <a:extLst>
                <a:ext uri="{FF2B5EF4-FFF2-40B4-BE49-F238E27FC236}">
                  <ns2:creationId id="{4A4A350A-005A-4A46-A69B-850FC85CA12C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5629275"/>
              <a:ext cx="20002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实测数据</a:t>
              </a:r>
            </a:p>
          </p:txBody>
        </p:sp>
        <p:cxnSp>
          <p:nvCxnSpPr>
            <p:cNvPr id="146" name="实测数据连接 :: 实测数据箭头">
              <a:extLst>
                <a:ext uri="{FF2B5EF4-FFF2-40B4-BE49-F238E27FC236}">
                  <ns2:creationId id="{38B67C31-6F1D-4E24-9DAE-2400A7FA1C07}"/>
                </a:ext>
              </a:extLst>
            </p:cNvPr>
            <p:cNvCxnSpPr/>
            <p:nvPr/>
          </p:nvCxnSpPr>
          <p:spPr>
            <a:xfrm>
              <a:off x="3771900" y="6162675"/>
              <a:ext cx="2590800" cy="0"/>
            </a:xfrm>
            <a:prstGeom prst="straightConnector1">
              <a:avLst/>
            </a:prstGeom>
            <a:ln w="57150">
              <a:solidFill>
                <a:srgbClr val="DC6B52"/>
              </a:solidFill>
              <a:prstDash val="dash"/>
              <a:tailEnd type="triangle" w="med" len="med"/>
            </a:ln>
          </p:spPr>
        </p:cxnSp>
      </p:grpSp>
      <p:grpSp>
        <p:nvGrpSpPr>
          <p:cNvPr id="178" name="未知真机流水图"/>
          <p:cNvGrpSpPr/>
          <p:nvPr/>
        </p:nvGrpSpPr>
        <p:grpSpPr>
          <a:xfrm>
            <a:off x="6524625" y="4953000"/>
            <a:ext cx="8096250" cy="2466975"/>
            <a:chOff x="6524625" y="4953000"/>
            <a:chExt cx="8096250" cy="2466975"/>
          </a:xfrm>
        </p:grpSpPr>
        <p:sp>
          <p:nvSpPr>
            <p:cNvPr id="147" name="未知真机流水图 :: 流水图外框">
              <a:extLst>
                <a:ext uri="{FF2B5EF4-FFF2-40B4-BE49-F238E27FC236}">
                  <ns2:creationId id="{544E5896-005B-48DC-BCD4-5594B09051A6}"/>
                </a:ext>
              </a:extLst>
            </p:cNvPr>
            <p:cNvSpPr>
              <a:spLocks noGrp="1"/>
            </p:cNvSpPr>
            <p:nvPr/>
          </p:nvSpPr>
          <p:spPr>
            <a:xfrm>
              <a:off x="6524625" y="4953000"/>
              <a:ext cx="8096250" cy="2466975"/>
            </a:xfrm>
            <a:prstGeom prst="roundRect">
              <a:avLst>
                <a:gd name="adj" fmla="val 4633"/>
              </a:avLst>
            </a:prstGeom>
            <a:solidFill>
              <a:srgbClr val="FFFFFF"/>
            </a:solidFill>
            <a:ln w="20955">
              <a:solidFill>
                <a:srgbClr val="969696"/>
              </a:solidFill>
              <a:prstDash val="dash"/>
            </a:ln>
          </p:spPr>
        </p:sp>
        <p:sp>
          <p:nvSpPr>
            <p:cNvPr id="148" name="未知真机流水图 :: 流水图标题底">
              <a:extLst>
                <a:ext uri="{FF2B5EF4-FFF2-40B4-BE49-F238E27FC236}">
                  <ns2:creationId id="{F5FD35B1-2D5E-415E-9336-3BBFF2EF7941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4981575"/>
              <a:ext cx="8039100" cy="495300"/>
            </a:xfrm>
            <a:prstGeom prst="roundRect">
              <a:avLst>
                <a:gd name="adj" fmla="val 15385"/>
              </a:avLst>
            </a:prstGeom>
            <a:solidFill>
              <a:srgbClr val="F0F0F0"/>
            </a:solidFill>
            <a:ln w="0">
              <a:noFill/>
              <a:prstDash val="solid"/>
            </a:ln>
          </p:spPr>
        </p:sp>
        <p:sp>
          <p:nvSpPr>
            <p:cNvPr id="149" name="未知真机流水图 :: 标题下缘">
              <a:extLst>
                <a:ext uri="{FF2B5EF4-FFF2-40B4-BE49-F238E27FC236}">
                  <ns2:creationId id="{0A2F7101-0928-4385-8561-06260046F448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5305425"/>
              <a:ext cx="8039100" cy="171450"/>
            </a:xfrm>
            <a:prstGeom prst="rect">
              <a:avLst/>
            </a:prstGeom>
            <a:solidFill>
              <a:srgbClr val="F0F0F0"/>
            </a:solidFill>
            <a:ln w="0">
              <a:noFill/>
              <a:prstDash val="solid"/>
            </a:ln>
          </p:spPr>
        </p:sp>
        <p:sp>
          <p:nvSpPr>
            <p:cNvPr id="150" name="未知真机流水图 :: 流水图标题">
              <a:extLst>
                <a:ext uri="{FF2B5EF4-FFF2-40B4-BE49-F238E27FC236}">
                  <ns2:creationId id="{08E1FEAB-5CBF-49B9-B359-77A2850005AF}"/>
                </a:ext>
              </a:extLst>
            </p:cNvPr>
            <p:cNvSpPr>
              <a:spLocks noGrp="1"/>
            </p:cNvSpPr>
            <p:nvPr/>
          </p:nvSpPr>
          <p:spPr>
            <a:xfrm>
              <a:off x="6638925" y="5000625"/>
              <a:ext cx="78676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缺少：真机流水图</a:t>
              </a:r>
            </a:p>
          </p:txBody>
        </p:sp>
        <p:sp>
          <p:nvSpPr>
            <p:cNvPr id="151" name="未知真机流水图 :: 阶段标签0">
              <a:extLst>
                <a:ext uri="{FF2B5EF4-FFF2-40B4-BE49-F238E27FC236}">
                  <ns2:creationId id="{DBDFCE55-C71A-4436-8B8B-ADF687C1E9BA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5524500"/>
              <a:ext cx="82867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阶段A</a:t>
              </a:r>
            </a:p>
          </p:txBody>
        </p:sp>
        <p:sp>
          <p:nvSpPr>
            <p:cNvPr id="152" name="未知真机流水图 :: 泳道分隔0">
              <a:extLst>
                <a:ext uri="{FF2B5EF4-FFF2-40B4-BE49-F238E27FC236}">
                  <ns2:creationId id="{0321EF18-A113-4FB7-AB8B-CAC8BF1BB41A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5972175"/>
              <a:ext cx="6915150" cy="0"/>
            </a:xfrm>
            <a:prstGeom prst="line">
              <a:avLst/>
            </a:prstGeom>
            <a:noFill/>
            <a:ln w="13335">
              <a:solidFill>
                <a:srgbClr val="BFC0C1"/>
              </a:solidFill>
              <a:prstDash val="dash"/>
            </a:ln>
          </p:spPr>
        </p:sp>
        <p:sp>
          <p:nvSpPr>
            <p:cNvPr id="153" name="未知真机流水图 :: 阶段标签1">
              <a:extLst>
                <a:ext uri="{FF2B5EF4-FFF2-40B4-BE49-F238E27FC236}">
                  <ns2:creationId id="{62674022-191A-4C23-B6EF-61FE9183FC7F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6029325"/>
              <a:ext cx="82867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阶段B</a:t>
              </a:r>
            </a:p>
          </p:txBody>
        </p:sp>
        <p:sp>
          <p:nvSpPr>
            <p:cNvPr id="154" name="未知真机流水图 :: 泳道分隔1">
              <a:extLst>
                <a:ext uri="{FF2B5EF4-FFF2-40B4-BE49-F238E27FC236}">
                  <ns2:creationId id="{8403C8CC-457F-4B2F-ADB0-CB44F3623DBC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6477000"/>
              <a:ext cx="6915150" cy="0"/>
            </a:xfrm>
            <a:prstGeom prst="line">
              <a:avLst/>
            </a:prstGeom>
            <a:noFill/>
            <a:ln w="13335">
              <a:solidFill>
                <a:srgbClr val="BFC0C1"/>
              </a:solidFill>
              <a:prstDash val="dash"/>
            </a:ln>
          </p:spPr>
        </p:sp>
        <p:sp>
          <p:nvSpPr>
            <p:cNvPr id="155" name="未知真机流水图 :: 阶段标签2">
              <a:extLst>
                <a:ext uri="{FF2B5EF4-FFF2-40B4-BE49-F238E27FC236}">
                  <ns2:creationId id="{991DB6CC-0460-4EE8-991D-F74134D3C142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6534150"/>
              <a:ext cx="82867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阶段C</a:t>
              </a:r>
            </a:p>
          </p:txBody>
        </p:sp>
        <p:sp>
          <p:nvSpPr>
            <p:cNvPr id="156" name="未知真机流水图 :: 泳道起点">
              <a:extLst>
                <a:ext uri="{FF2B5EF4-FFF2-40B4-BE49-F238E27FC236}">
                  <ns2:creationId id="{3500F45D-D057-433E-B29E-9912C6498971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5543550"/>
              <a:ext cx="0" cy="1485900"/>
            </a:xfrm>
            <a:prstGeom prst="line">
              <a:avLst/>
            </a:prstGeom>
            <a:noFill/>
            <a:ln w="13335">
              <a:solidFill>
                <a:srgbClr val="BFC0C1"/>
              </a:solidFill>
              <a:prstDash val="dash"/>
            </a:ln>
          </p:spPr>
        </p:sp>
        <p:sp>
          <p:nvSpPr>
            <p:cNvPr id="157" name="未知真机流水图 :: 流水块0-0">
              <a:extLst>
                <a:ext uri="{FF2B5EF4-FFF2-40B4-BE49-F238E27FC236}">
                  <ns2:creationId id="{2F840B67-6D7A-403E-8403-CD4A75007747}"/>
                </a:ext>
              </a:extLst>
            </p:cNvPr>
            <p:cNvSpPr>
              <a:spLocks noGrp="1"/>
            </p:cNvSpPr>
            <p:nvPr/>
          </p:nvSpPr>
          <p:spPr>
            <a:xfrm>
              <a:off x="8121777" y="5600700"/>
              <a:ext cx="1373505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58" name="未知真机流水图 :: 流水块0-1">
              <a:extLst>
                <a:ext uri="{FF2B5EF4-FFF2-40B4-BE49-F238E27FC236}">
                  <ns2:creationId id="{2640C9A6-9A07-4D39-ADDA-6BD657D8EEDA}"/>
                </a:ext>
              </a:extLst>
            </p:cNvPr>
            <p:cNvSpPr>
              <a:spLocks noGrp="1"/>
            </p:cNvSpPr>
            <p:nvPr/>
          </p:nvSpPr>
          <p:spPr>
            <a:xfrm>
              <a:off x="11624215" y="5600700"/>
              <a:ext cx="549402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59" name="未知真机流水图 :: 流水块0-2">
              <a:extLst>
                <a:ext uri="{FF2B5EF4-FFF2-40B4-BE49-F238E27FC236}">
                  <ns2:creationId id="{A1AA3D21-C634-4952-9136-86D742609F24}"/>
                </a:ext>
              </a:extLst>
            </p:cNvPr>
            <p:cNvSpPr>
              <a:spLocks noGrp="1"/>
            </p:cNvSpPr>
            <p:nvPr/>
          </p:nvSpPr>
          <p:spPr>
            <a:xfrm>
              <a:off x="12791694" y="5600700"/>
              <a:ext cx="1304830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60" name="未知真机流水图 :: 流水块1-0">
              <a:extLst>
                <a:ext uri="{FF2B5EF4-FFF2-40B4-BE49-F238E27FC236}">
                  <ns2:creationId id="{C26892AF-C7A5-4CF6-860A-4D29779462FF}"/>
                </a:ext>
              </a:extLst>
            </p:cNvPr>
            <p:cNvSpPr>
              <a:spLocks noGrp="1"/>
            </p:cNvSpPr>
            <p:nvPr/>
          </p:nvSpPr>
          <p:spPr>
            <a:xfrm>
              <a:off x="8945880" y="6105525"/>
              <a:ext cx="1442180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61" name="未知真机流水图 :: 流水块1-1">
              <a:extLst>
                <a:ext uri="{FF2B5EF4-FFF2-40B4-BE49-F238E27FC236}">
                  <ns2:creationId id="{48DA579E-B6B5-4BD4-A30A-114E11888C79}"/>
                </a:ext>
              </a:extLst>
            </p:cNvPr>
            <p:cNvSpPr>
              <a:spLocks noGrp="1"/>
            </p:cNvSpPr>
            <p:nvPr/>
          </p:nvSpPr>
          <p:spPr>
            <a:xfrm>
              <a:off x="12310967" y="6105525"/>
              <a:ext cx="1236155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62" name="未知真机流水图 :: 流水块2-0">
              <a:extLst>
                <a:ext uri="{FF2B5EF4-FFF2-40B4-BE49-F238E27FC236}">
                  <ns2:creationId id="{386305EC-B9B4-40C0-A2F7-F229A5D9D316}"/>
                </a:ext>
              </a:extLst>
            </p:cNvPr>
            <p:cNvSpPr>
              <a:spLocks noGrp="1"/>
            </p:cNvSpPr>
            <p:nvPr/>
          </p:nvSpPr>
          <p:spPr>
            <a:xfrm>
              <a:off x="8808530" y="6610350"/>
              <a:ext cx="1030129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63" name="未知真机流水图 :: 流水块2-1">
              <a:extLst>
                <a:ext uri="{FF2B5EF4-FFF2-40B4-BE49-F238E27FC236}">
                  <ns2:creationId id="{E759E82C-695C-47E4-8FA4-D54CE871C3BF}"/>
                </a:ext>
              </a:extLst>
            </p:cNvPr>
            <p:cNvSpPr>
              <a:spLocks noGrp="1"/>
            </p:cNvSpPr>
            <p:nvPr/>
          </p:nvSpPr>
          <p:spPr>
            <a:xfrm>
              <a:off x="11486864" y="6610350"/>
              <a:ext cx="755428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sp>
          <p:nvSpPr>
            <p:cNvPr id="164" name="未知真机流水图 :: 流水块2-2">
              <a:extLst>
                <a:ext uri="{FF2B5EF4-FFF2-40B4-BE49-F238E27FC236}">
                  <ns2:creationId id="{D08BA909-9ECF-47E0-8B7D-5053D6CA94BE}"/>
                </a:ext>
              </a:extLst>
            </p:cNvPr>
            <p:cNvSpPr>
              <a:spLocks noGrp="1"/>
            </p:cNvSpPr>
            <p:nvPr/>
          </p:nvSpPr>
          <p:spPr>
            <a:xfrm>
              <a:off x="12929045" y="6610350"/>
              <a:ext cx="961454" cy="257175"/>
            </a:xfrm>
            <a:prstGeom prst="roundRect">
              <a:avLst>
                <a:gd name="adj" fmla="val 14815"/>
              </a:avLst>
            </a:prstGeom>
            <a:solidFill>
              <a:srgbClr val="EBEBEB"/>
            </a:solidFill>
            <a:ln w="8573">
              <a:solidFill>
                <a:srgbClr val="BFC0C1"/>
              </a:solidFill>
              <a:prstDash val="dash"/>
            </a:ln>
          </p:spPr>
        </p:sp>
        <p:cxnSp>
          <p:nvCxnSpPr>
            <p:cNvPr id="165" name="未知真机流水图 :: 时间轴">
              <a:extLst>
                <a:ext uri="{FF2B5EF4-FFF2-40B4-BE49-F238E27FC236}">
                  <ns2:creationId id="{4502B482-F5E5-412C-824B-6D6C0CAE947D}"/>
                </a:ext>
              </a:extLst>
            </p:cNvPr>
            <p:cNvCxnSpPr/>
            <p:nvPr/>
          </p:nvCxnSpPr>
          <p:spPr>
            <a:xfrm>
              <a:off x="7572375" y="7115175"/>
              <a:ext cx="6324600" cy="0"/>
            </a:xfrm>
            <a:prstGeom prst="straightConnector1">
              <a:avLst/>
            </a:prstGeom>
            <a:ln w="25718">
              <a:solidFill>
                <a:srgbClr val="969696"/>
              </a:solidFill>
              <a:prstDash val="solid"/>
              <a:tailEnd type="triangle" w="med" len="med"/>
            </a:ln>
          </p:spPr>
        </p:cxnSp>
        <p:sp>
          <p:nvSpPr>
            <p:cNvPr id="166" name="未知真机流水图 :: 时间字样">
              <a:extLst>
                <a:ext uri="{FF2B5EF4-FFF2-40B4-BE49-F238E27FC236}">
                  <ns2:creationId id="{1BA5204D-CF5D-476D-96B6-D52C5AE50051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6962775"/>
              <a:ext cx="581025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800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r">
                <a:defRPr sz="1800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</a:p>
          </p:txBody>
        </p:sp>
        <p:sp>
          <p:nvSpPr>
            <p:cNvPr id="167" name="未知真机流水图 :: 未知问号">
              <a:extLst>
                <a:ext uri="{FF2B5EF4-FFF2-40B4-BE49-F238E27FC236}">
                  <ns2:creationId id="{7E4EC770-FE20-46D0-8E9F-F31234C415B0}"/>
                </a:ext>
              </a:extLst>
            </p:cNvPr>
            <p:cNvSpPr>
              <a:spLocks noGrp="1"/>
            </p:cNvSpPr>
            <p:nvPr/>
          </p:nvSpPr>
          <p:spPr>
            <a:xfrm>
              <a:off x="10250710" y="5591175"/>
              <a:ext cx="1238250" cy="1381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225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9225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225" b="1">
                  <a:solidFill>
                    <a:srgbClr val="969696"/>
                  </a:solidFill>
                  <a:latin typeface="Microsoft YaHei"/>
                  <a:ea typeface="Microsoft YaHei"/>
                  <a:cs typeface="Microsoft YaHei"/>
                </a:rPr>
                <a:t>?</a:t>
              </a:r>
            </a:p>
          </p:txBody>
        </p:sp>
      </p:grpSp>
      <p:grpSp>
        <p:nvGrpSpPr>
          <p:cNvPr id="179" name="真机证据结论"/>
          <p:cNvGrpSpPr/>
          <p:nvPr/>
        </p:nvGrpSpPr>
        <p:grpSpPr>
          <a:xfrm>
            <a:off x="3733800" y="7686675"/>
            <a:ext cx="7810500" cy="723900"/>
            <a:chOff x="3733800" y="7686675"/>
            <a:chExt cx="7810500" cy="723900"/>
          </a:xfrm>
        </p:grpSpPr>
        <p:sp>
          <p:nvSpPr>
            <p:cNvPr id="168" name="真机证据结论 :: 结论底色">
              <a:extLst>
                <a:ext uri="{FF2B5EF4-FFF2-40B4-BE49-F238E27FC236}">
                  <ns2:creationId id="{33DB7020-1B26-43FD-8758-50191BA0782D}"/>
                </a:ext>
              </a:extLst>
            </p:cNvPr>
            <p:cNvSpPr>
              <a:spLocks noGrp="1"/>
            </p:cNvSpPr>
            <p:nvPr/>
          </p:nvSpPr>
          <p:spPr>
            <a:xfrm>
              <a:off x="3733800" y="7686675"/>
              <a:ext cx="7810500" cy="723900"/>
            </a:xfrm>
            <a:prstGeom prst="roundRect">
              <a:avLst>
                <a:gd name="adj" fmla="val 47368"/>
              </a:avLst>
            </a:prstGeom>
            <a:solidFill>
              <a:srgbClr val="FBECE6"/>
            </a:solidFill>
            <a:ln w="16193">
              <a:solidFill>
                <a:srgbClr val="DC6B52"/>
              </a:solidFill>
              <a:prstDash val="solid"/>
            </a:ln>
          </p:spPr>
        </p:sp>
        <p:sp>
          <p:nvSpPr>
            <p:cNvPr id="169" name="真机证据结论 :: 证据结论">
              <a:extLst>
                <a:ext uri="{FF2B5EF4-FFF2-40B4-BE49-F238E27FC236}">
                  <ns2:creationId id="{C9E73D2B-53B3-4B69-BEC3-4011194D4D59}"/>
                </a:ext>
              </a:extLst>
            </p:cNvPr>
            <p:cNvSpPr>
              <a:spLocks noGrp="1"/>
            </p:cNvSpPr>
            <p:nvPr/>
          </p:nvSpPr>
          <p:spPr>
            <a:xfrm>
              <a:off x="3981450" y="7743825"/>
              <a:ext cx="73152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32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32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2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需要真实上板的时序证据</a:t>
              </a:r>
            </a:p>
          </p:txBody>
        </p:sp>
      </p:grpSp>
      <p:sp>
        <p:nvSpPr>
          <p:cNvPr id="170" name="示意说明">
            <a:extLst>
              <a:ext uri="{FF2B5EF4-FFF2-40B4-BE49-F238E27FC236}">
                <ns2:creationId id="{0DBBA4E8-4FAD-4DF2-AEEE-28E92DA0DC73}"/>
              </a:ext>
            </a:extLst>
          </p:cNvPr>
          <p:cNvSpPr>
            <a:spLocks noGrp="1"/>
          </p:cNvSpPr>
          <p:nvPr/>
        </p:nvSpPr>
        <p:spPr>
          <a:xfrm>
            <a:off x="12439650" y="8153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9696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 b="0">
                <a:solidFill>
                  <a:srgbClr val="9696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69696"/>
                </a:solidFill>
                <a:latin typeface="Microsoft YaHei"/>
                <a:ea typeface="Microsoft YaHei"/>
                <a:cs typeface="Microsoft YaHei"/>
              </a:rPr>
              <a:t>当前使用场景示意</a:t>
            </a:r>
          </a:p>
        </p:txBody>
      </p:sp>
    </p:spTree>
    <p:extLst>
      <p:ext uri="{BB962C8B-B14F-4D97-AF65-F5344CB8AC3E}">
        <ns3:creationId val="210850577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7" name="主标题">
            <a:extLst>
              <a:ext uri="{FF2B5EF4-FFF2-40B4-BE49-F238E27FC236}">
                <ns2:creationId id="{ED01E04E-E81B-4919-B7EB-18EAFC4AC953}"/>
              </a:ext>
            </a:extLst>
          </p:cNvPr>
          <p:cNvSpPr>
            <a:spLocks noGrp="1"/>
          </p:cNvSpPr>
          <p:nvPr/>
        </p:nvSpPr>
        <p:spPr>
          <a:xfrm>
            <a:off x="619125" y="333375"/>
            <a:ext cx="14001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rPr>
              <a:t>Profiling打点与实测验证闭环</a:t>
            </a:r>
          </a:p>
        </p:txBody>
      </p:sp>
      <p:grpSp>
        <p:nvGrpSpPr>
          <p:cNvPr id="178" name="算子源码工程"/>
          <p:cNvGrpSpPr/>
          <p:nvPr/>
        </p:nvGrpSpPr>
        <p:grpSpPr>
          <a:xfrm>
            <a:off x="295275" y="1989789"/>
            <a:ext cx="2838450" cy="2963211"/>
            <a:chOff x="295275" y="1989789"/>
            <a:chExt cx="2838450" cy="2963211"/>
          </a:xfrm>
        </p:grpSpPr>
        <p:sp>
          <p:nvSpPr>
            <p:cNvPr id="2" name="算子源码工程 :: 文件夹后片">
              <a:extLst>
                <a:ext uri="{FF2B5EF4-FFF2-40B4-BE49-F238E27FC236}">
                  <ns2:creationId id="{AF04825A-DA59-4FBC-9EF5-39FF1B807227}"/>
                </a:ext>
              </a:extLst>
            </p:cNvPr>
            <p:cNvSpPr>
              <a:spLocks noGrp="1"/>
            </p:cNvSpPr>
            <p:nvPr/>
          </p:nvSpPr>
          <p:spPr>
            <a:xfrm>
              <a:off x="400050" y="2305050"/>
              <a:ext cx="2552700" cy="1895475"/>
            </a:xfrm>
            <a:custGeom>
              <a:pathLst>
                <a:path w="2552700" h="1895475">
                  <a:moveTo>
                    <a:pt x="0" y="114300"/>
                  </a:moveTo>
                  <a:lnTo>
                    <a:pt x="816864" y="0"/>
                  </a:lnTo>
                  <a:lnTo>
                    <a:pt x="1148715" y="209550"/>
                  </a:lnTo>
                  <a:lnTo>
                    <a:pt x="2476119" y="76200"/>
                  </a:lnTo>
                  <a:lnTo>
                    <a:pt x="2552700" y="1676400"/>
                  </a:lnTo>
                  <a:lnTo>
                    <a:pt x="76200" y="1895475"/>
                  </a:lnTo>
                  <a:close/>
                </a:path>
              </a:pathLst>
            </a:custGeom>
            <a:gradFill>
              <a:gsLst>
                <a:gs pos="0">
                  <a:srgbClr val="EC8C70"/>
                </a:gs>
                <a:gs pos="100000">
                  <a:srgbClr val="C54B2D"/>
                </a:gs>
              </a:gsLst>
              <a:lin ang="5400000"/>
            </a:gradFill>
            <a:ln w="19050">
              <a:solidFill>
                <a:srgbClr val="C3422C"/>
              </a:solidFill>
            </a:ln>
          </p:spPr>
        </p:sp>
        <p:sp>
          <p:nvSpPr>
            <p:cNvPr id="3" name="算子源码工程 :: 文档外框">
              <a:extLst>
                <a:ext uri="{FF2B5EF4-FFF2-40B4-BE49-F238E27FC236}">
                  <ns2:creationId id="{E2C55872-5DA7-4C6A-8421-091E90E4391D}"/>
                </a:ext>
              </a:extLst>
            </p:cNvPr>
            <p:cNvSpPr>
              <a:spLocks noGrp="1"/>
            </p:cNvSpPr>
            <p:nvPr/>
          </p:nvSpPr>
          <p:spPr>
            <a:xfrm>
              <a:off x="576045" y="1989789"/>
              <a:ext cx="1460427" cy="1904974"/>
            </a:xfrm>
            <a:custGeom>
              <a:pathLst>
                <a:path w="1460427" h="1904974">
                  <a:moveTo>
                    <a:pt x="0" y="121950"/>
                  </a:moveTo>
                  <a:lnTo>
                    <a:pt x="993200" y="0"/>
                  </a:lnTo>
                  <a:lnTo>
                    <a:pt x="1271987" y="217813"/>
                  </a:lnTo>
                  <a:lnTo>
                    <a:pt x="1460427" y="1752537"/>
                  </a:lnTo>
                  <a:lnTo>
                    <a:pt x="218928" y="1904974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3422C"/>
              </a:solidFill>
            </a:ln>
          </p:spPr>
        </p:sp>
        <p:sp>
          <p:nvSpPr>
            <p:cNvPr id="4" name="算子源码工程 :: 文档折角">
              <a:extLst>
                <a:ext uri="{FF2B5EF4-FFF2-40B4-BE49-F238E27FC236}">
                  <ns2:creationId id="{8F29AE61-9292-42CF-89D1-CC5E56E10F90}"/>
                </a:ext>
              </a:extLst>
            </p:cNvPr>
            <p:cNvSpPr>
              <a:spLocks noGrp="1"/>
            </p:cNvSpPr>
            <p:nvPr/>
          </p:nvSpPr>
          <p:spPr>
            <a:xfrm>
              <a:off x="1569244" y="1989789"/>
              <a:ext cx="278787" cy="248300"/>
            </a:xfrm>
            <a:custGeom>
              <a:pathLst>
                <a:path w="278787" h="248300">
                  <a:moveTo>
                    <a:pt x="0" y="0"/>
                  </a:moveTo>
                  <a:lnTo>
                    <a:pt x="30487" y="248300"/>
                  </a:lnTo>
                  <a:lnTo>
                    <a:pt x="278787" y="217813"/>
                  </a:lnTo>
                  <a:close/>
                </a:path>
              </a:pathLst>
            </a:custGeom>
            <a:solidFill>
              <a:srgbClr val="FBECE6"/>
            </a:solidFill>
            <a:ln w="14288">
              <a:solidFill>
                <a:srgbClr val="C3422C"/>
              </a:solidFill>
            </a:ln>
          </p:spPr>
        </p:sp>
        <p:sp>
          <p:nvSpPr>
            <p:cNvPr id="5" name="算子源码工程 :: 代码标记">
              <a:extLst>
                <a:ext uri="{FF2B5EF4-FFF2-40B4-BE49-F238E27FC236}">
                  <ns2:creationId id="{397989A5-2AE5-4E6B-9F2B-3B785B3C64C6}"/>
                </a:ext>
              </a:extLst>
            </p:cNvPr>
            <p:cNvSpPr>
              <a:spLocks noGrp="1"/>
            </p:cNvSpPr>
            <p:nvPr/>
          </p:nvSpPr>
          <p:spPr>
            <a:xfrm rot="-420000">
              <a:off x="716353" y="2230776"/>
              <a:ext cx="750494" cy="35928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758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758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758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rPr>
                <a:t>&lt;/&gt;</a:t>
              </a:r>
            </a:p>
          </p:txBody>
        </p:sp>
        <p:sp>
          <p:nvSpPr>
            <p:cNvPr id="6" name="算子源码工程 :: 代码行0">
              <a:extLst>
                <a:ext uri="{FF2B5EF4-FFF2-40B4-BE49-F238E27FC236}">
                  <ns2:creationId id="{EEF2E2B0-77B5-4D3D-8D43-85E3EFCE5719}"/>
                </a:ext>
              </a:extLst>
            </p:cNvPr>
            <p:cNvSpPr>
              <a:spLocks noGrp="1"/>
            </p:cNvSpPr>
            <p:nvPr/>
          </p:nvSpPr>
          <p:spPr>
            <a:xfrm>
              <a:off x="830858" y="2649508"/>
              <a:ext cx="819390" cy="100608"/>
            </a:xfrm>
            <a:custGeom>
              <a:pathLst>
                <a:path w="819390" h="100608">
                  <a:moveTo>
                    <a:pt x="0" y="100608"/>
                  </a:moveTo>
                  <a:lnTo>
                    <a:pt x="819390" y="0"/>
                  </a:lnTo>
                </a:path>
              </a:pathLst>
            </a:custGeom>
            <a:noFill/>
            <a:ln w="22515">
              <a:solidFill>
                <a:srgbClr val="B8B8B8"/>
              </a:solidFill>
            </a:ln>
          </p:spPr>
        </p:sp>
        <p:sp>
          <p:nvSpPr>
            <p:cNvPr id="7" name="算子源码工程 :: 代码行1">
              <a:extLst>
                <a:ext uri="{FF2B5EF4-FFF2-40B4-BE49-F238E27FC236}">
                  <ns2:creationId id="{08F743B7-A4F9-4E63-A6B0-EA1A13F05538}"/>
                </a:ext>
              </a:extLst>
            </p:cNvPr>
            <p:cNvSpPr>
              <a:spLocks noGrp="1"/>
            </p:cNvSpPr>
            <p:nvPr/>
          </p:nvSpPr>
          <p:spPr>
            <a:xfrm>
              <a:off x="847278" y="2815247"/>
              <a:ext cx="558675" cy="68597"/>
            </a:xfrm>
            <a:custGeom>
              <a:pathLst>
                <a:path w="558675" h="68597">
                  <a:moveTo>
                    <a:pt x="0" y="68597"/>
                  </a:moveTo>
                  <a:lnTo>
                    <a:pt x="558675" y="0"/>
                  </a:lnTo>
                </a:path>
              </a:pathLst>
            </a:custGeom>
            <a:noFill/>
            <a:ln w="22515">
              <a:solidFill>
                <a:srgbClr val="DC6B52"/>
              </a:solidFill>
            </a:ln>
          </p:spPr>
        </p:sp>
        <p:sp>
          <p:nvSpPr>
            <p:cNvPr id="8" name="算子源码工程 :: 代码行2">
              <a:extLst>
                <a:ext uri="{FF2B5EF4-FFF2-40B4-BE49-F238E27FC236}">
                  <ns2:creationId id="{131D4857-677E-406E-BAB1-DD33810A2520}"/>
                </a:ext>
              </a:extLst>
            </p:cNvPr>
            <p:cNvSpPr>
              <a:spLocks noGrp="1"/>
            </p:cNvSpPr>
            <p:nvPr/>
          </p:nvSpPr>
          <p:spPr>
            <a:xfrm>
              <a:off x="863697" y="2927632"/>
              <a:ext cx="732485" cy="89938"/>
            </a:xfrm>
            <a:custGeom>
              <a:pathLst>
                <a:path w="732485" h="89938">
                  <a:moveTo>
                    <a:pt x="0" y="89938"/>
                  </a:moveTo>
                  <a:lnTo>
                    <a:pt x="732485" y="0"/>
                  </a:lnTo>
                </a:path>
              </a:pathLst>
            </a:custGeom>
            <a:noFill/>
            <a:ln w="22515">
              <a:solidFill>
                <a:srgbClr val="B8B8B8"/>
              </a:solidFill>
            </a:ln>
          </p:spPr>
        </p:sp>
        <p:sp>
          <p:nvSpPr>
            <p:cNvPr id="9" name="算子源码工程 :: 代码行3">
              <a:extLst>
                <a:ext uri="{FF2B5EF4-FFF2-40B4-BE49-F238E27FC236}">
                  <ns2:creationId id="{FEA1FE1E-B6FF-465C-97F5-FAC7730B3632}"/>
                </a:ext>
              </a:extLst>
            </p:cNvPr>
            <p:cNvSpPr>
              <a:spLocks noGrp="1"/>
            </p:cNvSpPr>
            <p:nvPr/>
          </p:nvSpPr>
          <p:spPr>
            <a:xfrm>
              <a:off x="880117" y="3094895"/>
              <a:ext cx="459355" cy="56402"/>
            </a:xfrm>
            <a:custGeom>
              <a:pathLst>
                <a:path w="459355" h="56402">
                  <a:moveTo>
                    <a:pt x="0" y="56402"/>
                  </a:moveTo>
                  <a:lnTo>
                    <a:pt x="459355" y="0"/>
                  </a:lnTo>
                </a:path>
              </a:pathLst>
            </a:custGeom>
            <a:noFill/>
            <a:ln w="22515">
              <a:solidFill>
                <a:srgbClr val="B8B8B8"/>
              </a:solidFill>
            </a:ln>
          </p:spPr>
        </p:sp>
        <p:sp>
          <p:nvSpPr>
            <p:cNvPr id="10" name="算子源码工程 :: 代码行4">
              <a:extLst>
                <a:ext uri="{FF2B5EF4-FFF2-40B4-BE49-F238E27FC236}">
                  <ns2:creationId id="{E53C3638-4D74-40BA-B639-90870D32C6EE}"/>
                </a:ext>
              </a:extLst>
            </p:cNvPr>
            <p:cNvSpPr>
              <a:spLocks noGrp="1"/>
            </p:cNvSpPr>
            <p:nvPr/>
          </p:nvSpPr>
          <p:spPr>
            <a:xfrm>
              <a:off x="896536" y="3179843"/>
              <a:ext cx="856635" cy="105182"/>
            </a:xfrm>
            <a:custGeom>
              <a:pathLst>
                <a:path w="856635" h="105182">
                  <a:moveTo>
                    <a:pt x="0" y="105182"/>
                  </a:moveTo>
                  <a:lnTo>
                    <a:pt x="856635" y="0"/>
                  </a:lnTo>
                </a:path>
              </a:pathLst>
            </a:custGeom>
            <a:noFill/>
            <a:ln w="22515">
              <a:solidFill>
                <a:srgbClr val="DC6B52"/>
              </a:solidFill>
            </a:ln>
          </p:spPr>
        </p:sp>
        <p:sp>
          <p:nvSpPr>
            <p:cNvPr id="11" name="算子源码工程 :: 代码行5">
              <a:extLst>
                <a:ext uri="{FF2B5EF4-FFF2-40B4-BE49-F238E27FC236}">
                  <ns2:creationId id="{A80BE597-CF22-4D26-AC46-38A3C2F2830E}"/>
                </a:ext>
              </a:extLst>
            </p:cNvPr>
            <p:cNvSpPr>
              <a:spLocks noGrp="1"/>
            </p:cNvSpPr>
            <p:nvPr/>
          </p:nvSpPr>
          <p:spPr>
            <a:xfrm>
              <a:off x="912956" y="3339484"/>
              <a:ext cx="645580" cy="79267"/>
            </a:xfrm>
            <a:custGeom>
              <a:pathLst>
                <a:path w="645580" h="79267">
                  <a:moveTo>
                    <a:pt x="0" y="79267"/>
                  </a:moveTo>
                  <a:lnTo>
                    <a:pt x="645580" y="0"/>
                  </a:lnTo>
                </a:path>
              </a:pathLst>
            </a:custGeom>
            <a:noFill/>
            <a:ln w="22515">
              <a:solidFill>
                <a:srgbClr val="B8B8B8"/>
              </a:solidFill>
            </a:ln>
          </p:spPr>
        </p:sp>
        <p:sp>
          <p:nvSpPr>
            <p:cNvPr id="12" name="算子源码工程 :: 代码行6">
              <a:extLst>
                <a:ext uri="{FF2B5EF4-FFF2-40B4-BE49-F238E27FC236}">
                  <ns2:creationId id="{99308788-C41E-4577-A8C3-B4444C2AD1A9}"/>
                </a:ext>
              </a:extLst>
            </p:cNvPr>
            <p:cNvSpPr>
              <a:spLocks noGrp="1"/>
            </p:cNvSpPr>
            <p:nvPr/>
          </p:nvSpPr>
          <p:spPr>
            <a:xfrm>
              <a:off x="929376" y="3454918"/>
              <a:ext cx="794560" cy="97560"/>
            </a:xfrm>
            <a:custGeom>
              <a:pathLst>
                <a:path w="794560" h="97560">
                  <a:moveTo>
                    <a:pt x="0" y="97560"/>
                  </a:moveTo>
                  <a:lnTo>
                    <a:pt x="794560" y="0"/>
                  </a:lnTo>
                </a:path>
              </a:pathLst>
            </a:custGeom>
            <a:noFill/>
            <a:ln w="22515">
              <a:solidFill>
                <a:srgbClr val="B8B8B8"/>
              </a:solidFill>
            </a:ln>
          </p:spPr>
        </p:sp>
        <p:sp>
          <p:nvSpPr>
            <p:cNvPr id="13" name="算子源码工程 :: 文档外框">
              <a:extLst>
                <a:ext uri="{FF2B5EF4-FFF2-40B4-BE49-F238E27FC236}">
                  <ns2:creationId id="{22E17595-B7EF-45D2-AE7E-450EDB32276C}"/>
                </a:ext>
              </a:extLst>
            </p:cNvPr>
            <p:cNvSpPr>
              <a:spLocks noGrp="1"/>
            </p:cNvSpPr>
            <p:nvPr/>
          </p:nvSpPr>
          <p:spPr>
            <a:xfrm>
              <a:off x="1653165" y="2107750"/>
              <a:ext cx="1289276" cy="1833828"/>
            </a:xfrm>
            <a:custGeom>
              <a:pathLst>
                <a:path w="1289276" h="1833828">
                  <a:moveTo>
                    <a:pt x="263886" y="0"/>
                  </a:moveTo>
                  <a:lnTo>
                    <a:pt x="1111033" y="134175"/>
                  </a:lnTo>
                  <a:lnTo>
                    <a:pt x="1289276" y="379506"/>
                  </a:lnTo>
                  <a:lnTo>
                    <a:pt x="1058934" y="1833828"/>
                  </a:lnTo>
                  <a:lnTo>
                    <a:pt x="0" y="1666109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3422C"/>
              </a:solidFill>
            </a:ln>
          </p:spPr>
        </p:sp>
        <p:sp>
          <p:nvSpPr>
            <p:cNvPr id="14" name="算子源码工程 :: 文档折角">
              <a:extLst>
                <a:ext uri="{FF2B5EF4-FFF2-40B4-BE49-F238E27FC236}">
                  <ns2:creationId id="{C7628649-4FD1-4C3D-B336-E5262C23D47C}"/>
                </a:ext>
              </a:extLst>
            </p:cNvPr>
            <p:cNvSpPr>
              <a:spLocks noGrp="1"/>
            </p:cNvSpPr>
            <p:nvPr/>
          </p:nvSpPr>
          <p:spPr>
            <a:xfrm>
              <a:off x="2730654" y="2241925"/>
              <a:ext cx="211787" cy="245331"/>
            </a:xfrm>
            <a:custGeom>
              <a:pathLst>
                <a:path w="211787" h="245331">
                  <a:moveTo>
                    <a:pt x="33544" y="0"/>
                  </a:moveTo>
                  <a:lnTo>
                    <a:pt x="0" y="211787"/>
                  </a:lnTo>
                  <a:lnTo>
                    <a:pt x="211787" y="245331"/>
                  </a:lnTo>
                  <a:close/>
                </a:path>
              </a:pathLst>
            </a:custGeom>
            <a:solidFill>
              <a:srgbClr val="FBECE6"/>
            </a:solidFill>
            <a:ln w="14288">
              <a:solidFill>
                <a:srgbClr val="C3422C"/>
              </a:solidFill>
            </a:ln>
          </p:spPr>
        </p:sp>
        <p:sp>
          <p:nvSpPr>
            <p:cNvPr id="15" name="算子源码工程 :: 代码标记">
              <a:extLst>
                <a:ext uri="{FF2B5EF4-FFF2-40B4-BE49-F238E27FC236}">
                  <ns2:creationId id="{487715B5-34BB-4EBE-9FD8-34EE472F8710}"/>
                </a:ext>
              </a:extLst>
            </p:cNvPr>
            <p:cNvSpPr>
              <a:spLocks noGrp="1"/>
            </p:cNvSpPr>
            <p:nvPr/>
          </p:nvSpPr>
          <p:spPr>
            <a:xfrm rot="540000">
              <a:off x="1945028" y="2336017"/>
              <a:ext cx="643280" cy="33737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64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64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64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rPr>
                <a:t>&lt;/&gt;</a:t>
              </a:r>
            </a:p>
          </p:txBody>
        </p:sp>
        <p:sp>
          <p:nvSpPr>
            <p:cNvPr id="16" name="算子源码工程 :: 代码行0">
              <a:extLst>
                <a:ext uri="{FF2B5EF4-FFF2-40B4-BE49-F238E27FC236}">
                  <ns2:creationId id="{4F9FF74F-08BE-4C81-BA6D-9251E8470240}"/>
                </a:ext>
              </a:extLst>
            </p:cNvPr>
            <p:cNvSpPr>
              <a:spLocks noGrp="1"/>
            </p:cNvSpPr>
            <p:nvPr/>
          </p:nvSpPr>
          <p:spPr>
            <a:xfrm>
              <a:off x="1967664" y="2747691"/>
              <a:ext cx="698897" cy="110694"/>
            </a:xfrm>
            <a:custGeom>
              <a:pathLst>
                <a:path w="698897" h="110694">
                  <a:moveTo>
                    <a:pt x="0" y="0"/>
                  </a:moveTo>
                  <a:lnTo>
                    <a:pt x="698897" y="110694"/>
                  </a:lnTo>
                </a:path>
              </a:pathLst>
            </a:custGeom>
            <a:noFill/>
            <a:ln w="19298">
              <a:solidFill>
                <a:srgbClr val="B8B8B8"/>
              </a:solidFill>
            </a:ln>
          </p:spPr>
        </p:sp>
        <p:sp>
          <p:nvSpPr>
            <p:cNvPr id="17" name="算子源码工程 :: 代码行1">
              <a:extLst>
                <a:ext uri="{FF2B5EF4-FFF2-40B4-BE49-F238E27FC236}">
                  <ns2:creationId id="{9BFCED90-9323-4619-A90A-E4ECE12B8F73}"/>
                </a:ext>
              </a:extLst>
            </p:cNvPr>
            <p:cNvSpPr>
              <a:spLocks noGrp="1"/>
            </p:cNvSpPr>
            <p:nvPr/>
          </p:nvSpPr>
          <p:spPr>
            <a:xfrm>
              <a:off x="1947872" y="2872649"/>
              <a:ext cx="476520" cy="75473"/>
            </a:xfrm>
            <a:custGeom>
              <a:pathLst>
                <a:path w="476520" h="75473">
                  <a:moveTo>
                    <a:pt x="0" y="0"/>
                  </a:moveTo>
                  <a:lnTo>
                    <a:pt x="476520" y="75473"/>
                  </a:lnTo>
                </a:path>
              </a:pathLst>
            </a:custGeom>
            <a:noFill/>
            <a:ln w="19298">
              <a:solidFill>
                <a:srgbClr val="DC6B52"/>
              </a:solidFill>
            </a:ln>
          </p:spPr>
        </p:sp>
        <p:sp>
          <p:nvSpPr>
            <p:cNvPr id="18" name="算子源码工程 :: 代码行2">
              <a:extLst>
                <a:ext uri="{FF2B5EF4-FFF2-40B4-BE49-F238E27FC236}">
                  <ns2:creationId id="{40B601FD-97A8-43EA-897B-4951631EA913}"/>
                </a:ext>
              </a:extLst>
            </p:cNvPr>
            <p:cNvSpPr>
              <a:spLocks noGrp="1"/>
            </p:cNvSpPr>
            <p:nvPr/>
          </p:nvSpPr>
          <p:spPr>
            <a:xfrm>
              <a:off x="1928081" y="2997607"/>
              <a:ext cx="624771" cy="98954"/>
            </a:xfrm>
            <a:custGeom>
              <a:pathLst>
                <a:path w="624771" h="98954">
                  <a:moveTo>
                    <a:pt x="0" y="0"/>
                  </a:moveTo>
                  <a:lnTo>
                    <a:pt x="624771" y="98954"/>
                  </a:lnTo>
                </a:path>
              </a:pathLst>
            </a:custGeom>
            <a:noFill/>
            <a:ln w="19298">
              <a:solidFill>
                <a:srgbClr val="B8B8B8"/>
              </a:solidFill>
            </a:ln>
          </p:spPr>
        </p:sp>
        <p:sp>
          <p:nvSpPr>
            <p:cNvPr id="19" name="算子源码工程 :: 代码行3">
              <a:extLst>
                <a:ext uri="{FF2B5EF4-FFF2-40B4-BE49-F238E27FC236}">
                  <ns2:creationId id="{BC32A3D0-B374-4C29-AA60-CBA4C658D67B}"/>
                </a:ext>
              </a:extLst>
            </p:cNvPr>
            <p:cNvSpPr>
              <a:spLocks noGrp="1"/>
            </p:cNvSpPr>
            <p:nvPr/>
          </p:nvSpPr>
          <p:spPr>
            <a:xfrm>
              <a:off x="1908290" y="3122565"/>
              <a:ext cx="391806" cy="62056"/>
            </a:xfrm>
            <a:custGeom>
              <a:pathLst>
                <a:path w="391806" h="62056">
                  <a:moveTo>
                    <a:pt x="0" y="0"/>
                  </a:moveTo>
                  <a:lnTo>
                    <a:pt x="391806" y="62056"/>
                  </a:lnTo>
                </a:path>
              </a:pathLst>
            </a:custGeom>
            <a:noFill/>
            <a:ln w="19298">
              <a:solidFill>
                <a:srgbClr val="B8B8B8"/>
              </a:solidFill>
            </a:ln>
          </p:spPr>
        </p:sp>
        <p:sp>
          <p:nvSpPr>
            <p:cNvPr id="20" name="算子源码工程 :: 代码行4">
              <a:extLst>
                <a:ext uri="{FF2B5EF4-FFF2-40B4-BE49-F238E27FC236}">
                  <ns2:creationId id="{3629DEAD-619F-4364-BEA7-E1F992337E57}"/>
                </a:ext>
              </a:extLst>
            </p:cNvPr>
            <p:cNvSpPr>
              <a:spLocks noGrp="1"/>
            </p:cNvSpPr>
            <p:nvPr/>
          </p:nvSpPr>
          <p:spPr>
            <a:xfrm>
              <a:off x="1888498" y="3247524"/>
              <a:ext cx="730665" cy="115726"/>
            </a:xfrm>
            <a:custGeom>
              <a:pathLst>
                <a:path w="730665" h="115726">
                  <a:moveTo>
                    <a:pt x="0" y="0"/>
                  </a:moveTo>
                  <a:lnTo>
                    <a:pt x="730665" y="115726"/>
                  </a:lnTo>
                </a:path>
              </a:pathLst>
            </a:custGeom>
            <a:noFill/>
            <a:ln w="19298">
              <a:solidFill>
                <a:srgbClr val="DC6B52"/>
              </a:solidFill>
            </a:ln>
          </p:spPr>
        </p:sp>
        <p:sp>
          <p:nvSpPr>
            <p:cNvPr id="21" name="算子源码工程 :: 代码行5">
              <a:extLst>
                <a:ext uri="{FF2B5EF4-FFF2-40B4-BE49-F238E27FC236}">
                  <ns2:creationId id="{3D95A5E1-EB89-4793-9004-48C2FBADBD00}"/>
                </a:ext>
              </a:extLst>
            </p:cNvPr>
            <p:cNvSpPr>
              <a:spLocks noGrp="1"/>
            </p:cNvSpPr>
            <p:nvPr/>
          </p:nvSpPr>
          <p:spPr>
            <a:xfrm>
              <a:off x="1868707" y="3372482"/>
              <a:ext cx="550646" cy="87214"/>
            </a:xfrm>
            <a:custGeom>
              <a:pathLst>
                <a:path w="550646" h="87214">
                  <a:moveTo>
                    <a:pt x="0" y="0"/>
                  </a:moveTo>
                  <a:lnTo>
                    <a:pt x="550646" y="87214"/>
                  </a:lnTo>
                </a:path>
              </a:pathLst>
            </a:custGeom>
            <a:noFill/>
            <a:ln w="19298">
              <a:solidFill>
                <a:srgbClr val="B8B8B8"/>
              </a:solidFill>
            </a:ln>
          </p:spPr>
        </p:sp>
        <p:sp>
          <p:nvSpPr>
            <p:cNvPr id="22" name="算子源码工程 :: 代码行6">
              <a:extLst>
                <a:ext uri="{FF2B5EF4-FFF2-40B4-BE49-F238E27FC236}">
                  <ns2:creationId id="{247F6EF7-C31E-41DA-9E02-80FF5E561A7C}"/>
                </a:ext>
              </a:extLst>
            </p:cNvPr>
            <p:cNvSpPr>
              <a:spLocks noGrp="1"/>
            </p:cNvSpPr>
            <p:nvPr/>
          </p:nvSpPr>
          <p:spPr>
            <a:xfrm>
              <a:off x="1848915" y="3497440"/>
              <a:ext cx="677718" cy="107340"/>
            </a:xfrm>
            <a:custGeom>
              <a:pathLst>
                <a:path w="677718" h="107340">
                  <a:moveTo>
                    <a:pt x="0" y="0"/>
                  </a:moveTo>
                  <a:lnTo>
                    <a:pt x="677718" y="107340"/>
                  </a:lnTo>
                </a:path>
              </a:pathLst>
            </a:custGeom>
            <a:noFill/>
            <a:ln w="19298">
              <a:solidFill>
                <a:srgbClr val="B8B8B8"/>
              </a:solidFill>
            </a:ln>
          </p:spPr>
        </p:sp>
        <p:sp>
          <p:nvSpPr>
            <p:cNvPr id="23" name="算子源码工程 :: 文件夹前片">
              <a:extLst>
                <a:ext uri="{FF2B5EF4-FFF2-40B4-BE49-F238E27FC236}">
                  <ns2:creationId id="{9D806E6D-D89D-4F3B-B4C8-58DCEE91DA5C}"/>
                </a:ext>
              </a:extLst>
            </p:cNvPr>
            <p:cNvSpPr>
              <a:spLocks noGrp="1"/>
            </p:cNvSpPr>
            <p:nvPr/>
          </p:nvSpPr>
          <p:spPr>
            <a:xfrm>
              <a:off x="419100" y="2886075"/>
              <a:ext cx="2482596" cy="1314450"/>
            </a:xfrm>
            <a:custGeom>
              <a:pathLst>
                <a:path w="2482596" h="1314450">
                  <a:moveTo>
                    <a:pt x="0" y="65722"/>
                  </a:moveTo>
                  <a:lnTo>
                    <a:pt x="491490" y="328613"/>
                  </a:lnTo>
                  <a:lnTo>
                    <a:pt x="2482596" y="0"/>
                  </a:lnTo>
                  <a:lnTo>
                    <a:pt x="2329434" y="1117283"/>
                  </a:lnTo>
                  <a:lnTo>
                    <a:pt x="542544" y="1314450"/>
                  </a:lnTo>
                  <a:lnTo>
                    <a:pt x="57150" y="1051560"/>
                  </a:lnTo>
                  <a:close/>
                </a:path>
              </a:pathLst>
            </a:custGeom>
            <a:gradFill>
              <a:gsLst>
                <a:gs pos="0">
                  <a:srgbClr val="F19173"/>
                </a:gs>
                <a:gs pos="100000">
                  <a:srgbClr val="BF4529"/>
                </a:gs>
              </a:gsLst>
              <a:lin ang="5400000"/>
            </a:gradFill>
            <a:ln w="20955">
              <a:solidFill>
                <a:srgbClr val="831F10"/>
              </a:solidFill>
            </a:ln>
          </p:spPr>
        </p:sp>
        <p:sp>
          <p:nvSpPr>
            <p:cNvPr id="24" name="算子源码工程 :: 文件夹侧边">
              <a:extLst>
                <a:ext uri="{FF2B5EF4-FFF2-40B4-BE49-F238E27FC236}">
                  <ns2:creationId id="{CA7CBD0A-AB01-4CE7-90A9-11F58CE684F6}"/>
                </a:ext>
              </a:extLst>
            </p:cNvPr>
            <p:cNvSpPr>
              <a:spLocks noGrp="1"/>
            </p:cNvSpPr>
            <p:nvPr/>
          </p:nvSpPr>
          <p:spPr>
            <a:xfrm>
              <a:off x="419100" y="2951798"/>
              <a:ext cx="542544" cy="1248728"/>
            </a:xfrm>
            <a:custGeom>
              <a:pathLst>
                <a:path w="542544" h="1248728">
                  <a:moveTo>
                    <a:pt x="0" y="0"/>
                  </a:moveTo>
                  <a:lnTo>
                    <a:pt x="491490" y="262890"/>
                  </a:lnTo>
                  <a:lnTo>
                    <a:pt x="542544" y="1248728"/>
                  </a:lnTo>
                  <a:lnTo>
                    <a:pt x="57150" y="985838"/>
                  </a:lnTo>
                  <a:close/>
                </a:path>
              </a:pathLst>
            </a:custGeom>
            <a:solidFill>
              <a:srgbClr val="DB6848"/>
            </a:solidFill>
            <a:ln w="17145">
              <a:solidFill>
                <a:srgbClr val="C3422C"/>
              </a:solidFill>
            </a:ln>
          </p:spPr>
        </p:sp>
        <p:sp>
          <p:nvSpPr>
            <p:cNvPr id="25" name="算子源码工程 :: 源码工程标签">
              <a:extLst>
                <a:ext uri="{FF2B5EF4-FFF2-40B4-BE49-F238E27FC236}">
                  <ns2:creationId id="{696F3912-6FA6-45B3-A7A1-6E62AAF815FB}"/>
                </a:ext>
              </a:extLst>
            </p:cNvPr>
            <p:cNvSpPr>
              <a:spLocks noGrp="1"/>
            </p:cNvSpPr>
            <p:nvPr/>
          </p:nvSpPr>
          <p:spPr>
            <a:xfrm>
              <a:off x="295275" y="4486275"/>
              <a:ext cx="28384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算子源码工程</a:t>
              </a:r>
            </a:p>
          </p:txBody>
        </p:sp>
      </p:grpSp>
      <p:grpSp>
        <p:nvGrpSpPr>
          <p:cNvPr id="179" name="Profiling打点Skill"/>
          <p:cNvGrpSpPr/>
          <p:nvPr/>
        </p:nvGrpSpPr>
        <p:grpSpPr>
          <a:xfrm>
            <a:off x="3371850" y="2124075"/>
            <a:ext cx="3133725" cy="3228975"/>
            <a:chOff x="3371850" y="2124075"/>
            <a:chExt cx="3133725" cy="3228975"/>
          </a:xfrm>
        </p:grpSpPr>
        <p:sp>
          <p:nvSpPr>
            <p:cNvPr id="26" name="Profiling打点Skill :: 文档外框">
              <a:extLst>
                <a:ext uri="{FF2B5EF4-FFF2-40B4-BE49-F238E27FC236}">
                  <ns2:creationId id="{EF8F1FAC-A775-4623-8752-E1A27984D56E}"/>
                </a:ext>
              </a:extLst>
            </p:cNvPr>
            <p:cNvSpPr>
              <a:spLocks noGrp="1"/>
            </p:cNvSpPr>
            <p:nvPr/>
          </p:nvSpPr>
          <p:spPr>
            <a:xfrm>
              <a:off x="3905250" y="2124075"/>
              <a:ext cx="1524000" cy="1990725"/>
            </a:xfrm>
            <a:custGeom>
              <a:pathLst>
                <a:path w="1524000" h="1990725">
                  <a:moveTo>
                    <a:pt x="0" y="0"/>
                  </a:moveTo>
                  <a:lnTo>
                    <a:pt x="1219200" y="0"/>
                  </a:lnTo>
                  <a:lnTo>
                    <a:pt x="1524000" y="304800"/>
                  </a:lnTo>
                  <a:lnTo>
                    <a:pt x="1524000" y="1990725"/>
                  </a:lnTo>
                  <a:lnTo>
                    <a:pt x="0" y="1990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3422C"/>
              </a:solidFill>
            </a:ln>
          </p:spPr>
        </p:sp>
        <p:sp>
          <p:nvSpPr>
            <p:cNvPr id="27" name="Profiling打点Skill :: 文档折角">
              <a:extLst>
                <a:ext uri="{FF2B5EF4-FFF2-40B4-BE49-F238E27FC236}">
                  <ns2:creationId id="{B61BE105-351F-49BC-AF8C-67DA16BF1FFC}"/>
                </a:ext>
              </a:extLst>
            </p:cNvPr>
            <p:cNvSpPr>
              <a:spLocks noGrp="1"/>
            </p:cNvSpPr>
            <p:nvPr/>
          </p:nvSpPr>
          <p:spPr>
            <a:xfrm>
              <a:off x="5124450" y="2124075"/>
              <a:ext cx="304800" cy="304800"/>
            </a:xfrm>
            <a:custGeom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BECE6"/>
            </a:solidFill>
            <a:ln w="14288">
              <a:solidFill>
                <a:srgbClr val="C3422C"/>
              </a:solidFill>
            </a:ln>
          </p:spPr>
        </p:sp>
        <p:sp>
          <p:nvSpPr>
            <p:cNvPr id="28" name="Profiling打点Skill :: 代码标记">
              <a:extLst>
                <a:ext uri="{FF2B5EF4-FFF2-40B4-BE49-F238E27FC236}">
                  <ns2:creationId id="{FADFF488-4F26-4BEF-92D0-7AB44909558F}"/>
                </a:ext>
              </a:extLst>
            </p:cNvPr>
            <p:cNvSpPr>
              <a:spLocks noGrp="1"/>
            </p:cNvSpPr>
            <p:nvPr/>
          </p:nvSpPr>
          <p:spPr>
            <a:xfrm>
              <a:off x="4027170" y="2323148"/>
              <a:ext cx="914400" cy="3981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3360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3360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360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rPr>
                <a:t>&lt;/&gt;</a:t>
              </a:r>
            </a:p>
          </p:txBody>
        </p:sp>
        <p:sp>
          <p:nvSpPr>
            <p:cNvPr id="29" name="Profiling打点Skill :: 代码行0">
              <a:extLst>
                <a:ext uri="{FF2B5EF4-FFF2-40B4-BE49-F238E27FC236}">
                  <ns2:creationId id="{43A6181D-4EF9-4D02-9882-03361A6115C5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2860643"/>
              <a:ext cx="1005840" cy="0"/>
            </a:xfrm>
            <a:prstGeom prst="line">
              <a:avLst/>
            </a:prstGeom>
            <a:noFill/>
            <a:ln w="27432">
              <a:solidFill>
                <a:srgbClr val="B8B8B8"/>
              </a:solidFill>
              <a:prstDash val="solid"/>
            </a:ln>
          </p:spPr>
        </p:sp>
        <p:sp>
          <p:nvSpPr>
            <p:cNvPr id="30" name="Profiling打点Skill :: 代码行1">
              <a:extLst>
                <a:ext uri="{FF2B5EF4-FFF2-40B4-BE49-F238E27FC236}">
                  <ns2:creationId id="{F8EB75B1-25CB-461D-BCD6-E4888AF17B3F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3009948"/>
              <a:ext cx="685800" cy="0"/>
            </a:xfrm>
            <a:prstGeom prst="line">
              <a:avLst/>
            </a:prstGeom>
            <a:noFill/>
            <a:ln w="27432">
              <a:solidFill>
                <a:srgbClr val="DC6B52"/>
              </a:solidFill>
              <a:prstDash val="solid"/>
            </a:ln>
          </p:spPr>
        </p:sp>
        <p:sp>
          <p:nvSpPr>
            <p:cNvPr id="31" name="Profiling打点Skill :: 代码行2">
              <a:extLst>
                <a:ext uri="{FF2B5EF4-FFF2-40B4-BE49-F238E27FC236}">
                  <ns2:creationId id="{8D5F448A-9753-4F3B-84E8-23A8D25C37E8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3159252"/>
              <a:ext cx="899160" cy="0"/>
            </a:xfrm>
            <a:prstGeom prst="line">
              <a:avLst/>
            </a:prstGeom>
            <a:noFill/>
            <a:ln w="27432">
              <a:solidFill>
                <a:srgbClr val="B8B8B8"/>
              </a:solidFill>
              <a:prstDash val="solid"/>
            </a:ln>
          </p:spPr>
        </p:sp>
        <p:sp>
          <p:nvSpPr>
            <p:cNvPr id="32" name="Profiling打点Skill :: 代码行3">
              <a:extLst>
                <a:ext uri="{FF2B5EF4-FFF2-40B4-BE49-F238E27FC236}">
                  <ns2:creationId id="{B3258DA3-568F-4E19-8732-E266440BB9D5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3308556"/>
              <a:ext cx="563880" cy="0"/>
            </a:xfrm>
            <a:prstGeom prst="line">
              <a:avLst/>
            </a:prstGeom>
            <a:noFill/>
            <a:ln w="27432">
              <a:solidFill>
                <a:srgbClr val="B8B8B8"/>
              </a:solidFill>
              <a:prstDash val="solid"/>
            </a:ln>
          </p:spPr>
        </p:sp>
        <p:sp>
          <p:nvSpPr>
            <p:cNvPr id="33" name="Profiling打点Skill :: 代码行4">
              <a:extLst>
                <a:ext uri="{FF2B5EF4-FFF2-40B4-BE49-F238E27FC236}">
                  <ns2:creationId id="{42E700CC-C2B6-436C-983E-92A96415EF80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3457861"/>
              <a:ext cx="1051560" cy="0"/>
            </a:xfrm>
            <a:prstGeom prst="line">
              <a:avLst/>
            </a:prstGeom>
            <a:noFill/>
            <a:ln w="27432">
              <a:solidFill>
                <a:srgbClr val="DC6B52"/>
              </a:solidFill>
              <a:prstDash val="solid"/>
            </a:ln>
          </p:spPr>
        </p:sp>
        <p:sp>
          <p:nvSpPr>
            <p:cNvPr id="34" name="Profiling打点Skill :: 代码行5">
              <a:extLst>
                <a:ext uri="{FF2B5EF4-FFF2-40B4-BE49-F238E27FC236}">
                  <ns2:creationId id="{7C9BE9B9-BC3F-48E0-BFC6-49DA5E9FF5A1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3607165"/>
              <a:ext cx="792480" cy="0"/>
            </a:xfrm>
            <a:prstGeom prst="line">
              <a:avLst/>
            </a:prstGeom>
            <a:noFill/>
            <a:ln w="27432">
              <a:solidFill>
                <a:srgbClr val="B8B8B8"/>
              </a:solidFill>
              <a:prstDash val="solid"/>
            </a:ln>
          </p:spPr>
        </p:sp>
        <p:sp>
          <p:nvSpPr>
            <p:cNvPr id="35" name="Profiling打点Skill :: 代码行6">
              <a:extLst>
                <a:ext uri="{FF2B5EF4-FFF2-40B4-BE49-F238E27FC236}">
                  <ns2:creationId id="{064F7C3B-CA0F-4BCA-9C17-3D2311D691B9}"/>
                </a:ext>
              </a:extLst>
            </p:cNvPr>
            <p:cNvSpPr>
              <a:spLocks noGrp="1"/>
            </p:cNvSpPr>
            <p:nvPr/>
          </p:nvSpPr>
          <p:spPr>
            <a:xfrm>
              <a:off x="4118610" y="3756470"/>
              <a:ext cx="975360" cy="0"/>
            </a:xfrm>
            <a:prstGeom prst="line">
              <a:avLst/>
            </a:prstGeom>
            <a:noFill/>
            <a:ln w="27432">
              <a:solidFill>
                <a:srgbClr val="B8B8B8"/>
              </a:solidFill>
              <a:prstDash val="solid"/>
            </a:ln>
          </p:spPr>
        </p:sp>
        <p:sp>
          <p:nvSpPr>
            <p:cNvPr id="36" name="Profiling打点Skill :: 齿轮">
              <a:extLst>
                <a:ext uri="{FF2B5EF4-FFF2-40B4-BE49-F238E27FC236}">
                  <ns2:creationId id="{B7CF1AF7-68EF-4FF4-A5CB-DD2FCCC3BEB4}"/>
                </a:ext>
              </a:extLst>
            </p:cNvPr>
            <p:cNvSpPr>
              <a:spLocks noGrp="1"/>
            </p:cNvSpPr>
            <p:nvPr/>
          </p:nvSpPr>
          <p:spPr>
            <a:xfrm>
              <a:off x="4821589" y="3208142"/>
              <a:ext cx="1017236" cy="1011433"/>
            </a:xfrm>
            <a:custGeom>
              <a:pathLst>
                <a:path w="1017236" h="1011433">
                  <a:moveTo>
                    <a:pt x="507648" y="83984"/>
                  </a:moveTo>
                  <a:lnTo>
                    <a:pt x="544067" y="85574"/>
                  </a:lnTo>
                  <a:lnTo>
                    <a:pt x="596137" y="0"/>
                  </a:lnTo>
                  <a:lnTo>
                    <a:pt x="639539" y="9622"/>
                  </a:lnTo>
                  <a:lnTo>
                    <a:pt x="681938" y="22990"/>
                  </a:lnTo>
                  <a:lnTo>
                    <a:pt x="723009" y="40003"/>
                  </a:lnTo>
                  <a:lnTo>
                    <a:pt x="716579" y="139967"/>
                  </a:lnTo>
                  <a:lnTo>
                    <a:pt x="747324" y="159553"/>
                  </a:lnTo>
                  <a:lnTo>
                    <a:pt x="776245" y="181745"/>
                  </a:lnTo>
                  <a:lnTo>
                    <a:pt x="803121" y="206373"/>
                  </a:lnTo>
                  <a:lnTo>
                    <a:pt x="898015" y="174289"/>
                  </a:lnTo>
                  <a:lnTo>
                    <a:pt x="925078" y="209558"/>
                  </a:lnTo>
                  <a:lnTo>
                    <a:pt x="948964" y="247052"/>
                  </a:lnTo>
                  <a:lnTo>
                    <a:pt x="969491" y="286485"/>
                  </a:lnTo>
                  <a:lnTo>
                    <a:pt x="900310" y="358929"/>
                  </a:lnTo>
                  <a:lnTo>
                    <a:pt x="911272" y="393695"/>
                  </a:lnTo>
                  <a:lnTo>
                    <a:pt x="919162" y="429285"/>
                  </a:lnTo>
                  <a:lnTo>
                    <a:pt x="923920" y="465427"/>
                  </a:lnTo>
                  <a:lnTo>
                    <a:pt x="1017236" y="501846"/>
                  </a:lnTo>
                  <a:lnTo>
                    <a:pt x="1015297" y="546259"/>
                  </a:lnTo>
                  <a:lnTo>
                    <a:pt x="1009494" y="590335"/>
                  </a:lnTo>
                  <a:lnTo>
                    <a:pt x="999872" y="633737"/>
                  </a:lnTo>
                  <a:lnTo>
                    <a:pt x="900310" y="644763"/>
                  </a:lnTo>
                  <a:lnTo>
                    <a:pt x="886360" y="678442"/>
                  </a:lnTo>
                  <a:lnTo>
                    <a:pt x="869527" y="710777"/>
                  </a:lnTo>
                  <a:lnTo>
                    <a:pt x="849941" y="741521"/>
                  </a:lnTo>
                  <a:lnTo>
                    <a:pt x="898015" y="829402"/>
                  </a:lnTo>
                  <a:lnTo>
                    <a:pt x="867981" y="862178"/>
                  </a:lnTo>
                  <a:lnTo>
                    <a:pt x="835205" y="892212"/>
                  </a:lnTo>
                  <a:lnTo>
                    <a:pt x="799936" y="919275"/>
                  </a:lnTo>
                  <a:lnTo>
                    <a:pt x="716579" y="863725"/>
                  </a:lnTo>
                  <a:lnTo>
                    <a:pt x="684244" y="880557"/>
                  </a:lnTo>
                  <a:lnTo>
                    <a:pt x="650566" y="894507"/>
                  </a:lnTo>
                  <a:lnTo>
                    <a:pt x="615799" y="905469"/>
                  </a:lnTo>
                  <a:lnTo>
                    <a:pt x="596137" y="1003691"/>
                  </a:lnTo>
                  <a:lnTo>
                    <a:pt x="552062" y="1009494"/>
                  </a:lnTo>
                  <a:lnTo>
                    <a:pt x="507648" y="1011433"/>
                  </a:lnTo>
                  <a:lnTo>
                    <a:pt x="463235" y="1009494"/>
                  </a:lnTo>
                  <a:lnTo>
                    <a:pt x="435087" y="913359"/>
                  </a:lnTo>
                  <a:lnTo>
                    <a:pt x="399498" y="905469"/>
                  </a:lnTo>
                  <a:lnTo>
                    <a:pt x="364731" y="894507"/>
                  </a:lnTo>
                  <a:lnTo>
                    <a:pt x="331052" y="880557"/>
                  </a:lnTo>
                  <a:lnTo>
                    <a:pt x="252855" y="943161"/>
                  </a:lnTo>
                  <a:lnTo>
                    <a:pt x="215361" y="919275"/>
                  </a:lnTo>
                  <a:lnTo>
                    <a:pt x="180092" y="892212"/>
                  </a:lnTo>
                  <a:lnTo>
                    <a:pt x="147316" y="862178"/>
                  </a:lnTo>
                  <a:lnTo>
                    <a:pt x="187548" y="770442"/>
                  </a:lnTo>
                  <a:lnTo>
                    <a:pt x="165356" y="741521"/>
                  </a:lnTo>
                  <a:lnTo>
                    <a:pt x="145769" y="710777"/>
                  </a:lnTo>
                  <a:lnTo>
                    <a:pt x="128937" y="678442"/>
                  </a:lnTo>
                  <a:lnTo>
                    <a:pt x="28793" y="676135"/>
                  </a:lnTo>
                  <a:lnTo>
                    <a:pt x="15425" y="633737"/>
                  </a:lnTo>
                  <a:lnTo>
                    <a:pt x="5803" y="590335"/>
                  </a:lnTo>
                  <a:lnTo>
                    <a:pt x="0" y="546259"/>
                  </a:lnTo>
                  <a:lnTo>
                    <a:pt x="89787" y="501846"/>
                  </a:lnTo>
                  <a:lnTo>
                    <a:pt x="91377" y="465427"/>
                  </a:lnTo>
                  <a:lnTo>
                    <a:pt x="96135" y="429285"/>
                  </a:lnTo>
                  <a:lnTo>
                    <a:pt x="104025" y="393695"/>
                  </a:lnTo>
                  <a:lnTo>
                    <a:pt x="28793" y="327557"/>
                  </a:lnTo>
                  <a:lnTo>
                    <a:pt x="45805" y="286485"/>
                  </a:lnTo>
                  <a:lnTo>
                    <a:pt x="66333" y="247052"/>
                  </a:lnTo>
                  <a:lnTo>
                    <a:pt x="90219" y="209558"/>
                  </a:lnTo>
                  <a:lnTo>
                    <a:pt x="187548" y="233249"/>
                  </a:lnTo>
                  <a:lnTo>
                    <a:pt x="212175" y="206373"/>
                  </a:lnTo>
                  <a:lnTo>
                    <a:pt x="239052" y="181745"/>
                  </a:lnTo>
                  <a:lnTo>
                    <a:pt x="267973" y="159553"/>
                  </a:lnTo>
                  <a:lnTo>
                    <a:pt x="252855" y="60530"/>
                  </a:lnTo>
                  <a:lnTo>
                    <a:pt x="292287" y="40003"/>
                  </a:lnTo>
                  <a:lnTo>
                    <a:pt x="333359" y="22990"/>
                  </a:lnTo>
                  <a:lnTo>
                    <a:pt x="375757" y="9622"/>
                  </a:lnTo>
                  <a:lnTo>
                    <a:pt x="435087" y="90332"/>
                  </a:lnTo>
                  <a:lnTo>
                    <a:pt x="471229" y="85574"/>
                  </a:lnTo>
                  <a:close/>
                </a:path>
              </a:pathLst>
            </a:custGeom>
            <a:gradFill>
              <a:gsLst>
                <a:gs pos="0">
                  <a:srgbClr val="EF8F71"/>
                </a:gs>
                <a:gs pos="100000">
                  <a:srgbClr val="C7482B"/>
                </a:gs>
              </a:gsLst>
              <a:lin ang="5400000"/>
            </a:gradFill>
            <a:ln w="20955">
              <a:solidFill>
                <a:srgbClr val="831F10"/>
              </a:solidFill>
            </a:ln>
          </p:spPr>
        </p:sp>
        <p:sp>
          <p:nvSpPr>
            <p:cNvPr id="37" name="Profiling打点Skill :: 齿轮内圆">
              <a:extLst>
                <a:ext uri="{FF2B5EF4-FFF2-40B4-BE49-F238E27FC236}">
                  <ns2:creationId id="{8F29C344-816A-46E2-A84F-E51A22D89744}"/>
                </a:ext>
              </a:extLst>
            </p:cNvPr>
            <p:cNvSpPr>
              <a:spLocks noGrp="1"/>
            </p:cNvSpPr>
            <p:nvPr/>
          </p:nvSpPr>
          <p:spPr>
            <a:xfrm>
              <a:off x="5059156" y="3439906"/>
              <a:ext cx="540163" cy="54016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1C0B1"/>
              </a:solidFill>
              <a:prstDash val="solid"/>
            </a:ln>
          </p:spPr>
        </p:sp>
        <p:sp>
          <p:nvSpPr>
            <p:cNvPr id="38" name="Profiling打点Skill :: 代码符号">
              <a:extLst>
                <a:ext uri="{FF2B5EF4-FFF2-40B4-BE49-F238E27FC236}">
                  <ns2:creationId id="{0420D28B-89A5-41AE-A017-DD179FD0D13B}"/>
                </a:ext>
              </a:extLst>
            </p:cNvPr>
            <p:cNvSpPr>
              <a:spLocks noGrp="1"/>
            </p:cNvSpPr>
            <p:nvPr/>
          </p:nvSpPr>
          <p:spPr>
            <a:xfrm>
              <a:off x="5079540" y="3506153"/>
              <a:ext cx="499396" cy="39747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488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488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88" b="1">
                  <a:solidFill>
                    <a:srgbClr val="C3422C"/>
                  </a:solidFill>
                  <a:latin typeface="Microsoft YaHei"/>
                  <a:ea typeface="Microsoft YaHei"/>
                  <a:cs typeface="Microsoft YaHei"/>
                </a:rPr>
                <a:t>&lt;/&gt;</a:t>
              </a:r>
            </a:p>
          </p:txBody>
        </p:sp>
        <p:sp>
          <p:nvSpPr>
            <p:cNvPr id="39" name="Profiling打点Skill :: 打点Skill标签">
              <a:extLst>
                <a:ext uri="{FF2B5EF4-FFF2-40B4-BE49-F238E27FC236}">
                  <ns2:creationId id="{81E38FC4-22C6-47F9-9426-3E541BCA480A}"/>
                </a:ext>
              </a:extLst>
            </p:cNvPr>
            <p:cNvSpPr>
              <a:spLocks noGrp="1"/>
            </p:cNvSpPr>
            <p:nvPr/>
          </p:nvSpPr>
          <p:spPr>
            <a:xfrm>
              <a:off x="3371850" y="4486275"/>
              <a:ext cx="313372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Profiling打点Skill</a:t>
              </a:r>
            </a:p>
          </p:txBody>
        </p:sp>
        <p:sp>
          <p:nvSpPr>
            <p:cNvPr id="40" name="Profiling打点Skill :: 打点动作">
              <a:extLst>
                <a:ext uri="{FF2B5EF4-FFF2-40B4-BE49-F238E27FC236}">
                  <ns2:creationId id="{6B0BBCA3-D5FF-4A7D-A541-31366F81E39F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4972050"/>
              <a:ext cx="29813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完成源码打点</a:t>
              </a:r>
            </a:p>
          </p:txBody>
        </p:sp>
      </p:grpSp>
      <p:grpSp>
        <p:nvGrpSpPr>
          <p:cNvPr id="180" name="真实NPU环境实测"/>
          <p:cNvGrpSpPr/>
          <p:nvPr/>
        </p:nvGrpSpPr>
        <p:grpSpPr>
          <a:xfrm>
            <a:off x="6496050" y="2200751"/>
            <a:ext cx="3000375" cy="3152299"/>
            <a:chOff x="6496050" y="2200751"/>
            <a:chExt cx="3000375" cy="3152299"/>
          </a:xfrm>
        </p:grpSpPr>
        <p:sp>
          <p:nvSpPr>
            <p:cNvPr id="41" name="真实NPU环境实测 :: 实测板卡-厚度">
              <a:extLst>
                <a:ext uri="{FF2B5EF4-FFF2-40B4-BE49-F238E27FC236}">
                  <ns2:creationId id="{0423FB5E-60AB-4FF0-84B1-65ED6FD00C94}"/>
                </a:ext>
              </a:extLst>
            </p:cNvPr>
            <p:cNvSpPr>
              <a:spLocks noGrp="1"/>
            </p:cNvSpPr>
            <p:nvPr/>
          </p:nvSpPr>
          <p:spPr>
            <a:xfrm>
              <a:off x="6534150" y="2200751"/>
              <a:ext cx="2943225" cy="2065020"/>
            </a:xfrm>
            <a:custGeom>
              <a:pathLst>
                <a:path w="2943225" h="2065020">
                  <a:moveTo>
                    <a:pt x="1177290" y="95250"/>
                  </a:moveTo>
                  <a:lnTo>
                    <a:pt x="2943225" y="811530"/>
                  </a:lnTo>
                  <a:lnTo>
                    <a:pt x="1765935" y="2065020"/>
                  </a:lnTo>
                  <a:lnTo>
                    <a:pt x="0" y="1348740"/>
                  </a:lnTo>
                  <a:lnTo>
                    <a:pt x="1177290" y="0"/>
                  </a:lnTo>
                  <a:close/>
                </a:path>
              </a:pathLst>
            </a:custGeom>
            <a:solidFill>
              <a:srgbClr val="202426"/>
            </a:solidFill>
            <a:ln w="19050">
              <a:solidFill>
                <a:srgbClr val="24282B"/>
              </a:solidFill>
            </a:ln>
          </p:spPr>
        </p:sp>
        <p:sp>
          <p:nvSpPr>
            <p:cNvPr id="42" name="真实NPU环境实测 :: 实测板卡-板面">
              <a:extLst>
                <a:ext uri="{FF2B5EF4-FFF2-40B4-BE49-F238E27FC236}">
                  <ns2:creationId id="{E17316EA-9A42-4E81-86D6-598B11BCCFE8}"/>
                </a:ext>
              </a:extLst>
            </p:cNvPr>
            <p:cNvSpPr>
              <a:spLocks noGrp="1"/>
            </p:cNvSpPr>
            <p:nvPr/>
          </p:nvSpPr>
          <p:spPr>
            <a:xfrm>
              <a:off x="6534150" y="2200751"/>
              <a:ext cx="2943225" cy="1969770"/>
            </a:xfrm>
            <a:custGeom>
              <a:pathLst>
                <a:path w="2943225" h="1969770">
                  <a:moveTo>
                    <a:pt x="1177290" y="0"/>
                  </a:moveTo>
                  <a:lnTo>
                    <a:pt x="2943225" y="716280"/>
                  </a:lnTo>
                  <a:lnTo>
                    <a:pt x="1765935" y="1969770"/>
                  </a:lnTo>
                  <a:lnTo>
                    <a:pt x="0" y="1253490"/>
                  </a:lnTo>
                  <a:close/>
                </a:path>
              </a:pathLst>
            </a:custGeom>
            <a:solidFill>
              <a:srgbClr val="384043"/>
            </a:solidFill>
            <a:ln w="22860">
              <a:solidFill>
                <a:srgbClr val="24282B"/>
              </a:solidFill>
            </a:ln>
          </p:spPr>
        </p:sp>
        <p:sp>
          <p:nvSpPr>
            <p:cNvPr id="43" name="真实NPU环境实测 :: 实测板卡-安装孔0">
              <a:extLst>
                <a:ext uri="{FF2B5EF4-FFF2-40B4-BE49-F238E27FC236}">
                  <ns2:creationId id="{9A043FFB-93FE-4767-912B-7D6D65A4574A}"/>
                </a:ext>
              </a:extLst>
            </p:cNvPr>
            <p:cNvSpPr>
              <a:spLocks noGrp="1"/>
            </p:cNvSpPr>
            <p:nvPr/>
          </p:nvSpPr>
          <p:spPr>
            <a:xfrm>
              <a:off x="7677836" y="2293372"/>
              <a:ext cx="114300" cy="76200"/>
            </a:xfrm>
            <a:prstGeom prst="ellipse">
              <a:avLst/>
            </a:prstGeom>
            <a:solidFill>
              <a:srgbClr val="C69B56"/>
            </a:solidFill>
            <a:ln w="10478">
              <a:solidFill>
                <a:srgbClr val="24282B"/>
              </a:solidFill>
              <a:prstDash val="solid"/>
            </a:ln>
          </p:spPr>
        </p:sp>
        <p:sp>
          <p:nvSpPr>
            <p:cNvPr id="44" name="真实NPU环境实测 :: 实测板卡-安装孔1">
              <a:extLst>
                <a:ext uri="{FF2B5EF4-FFF2-40B4-BE49-F238E27FC236}">
                  <ns2:creationId id="{783EB04F-3199-4340-A8B6-B1AE7A638C8B}"/>
                </a:ext>
              </a:extLst>
            </p:cNvPr>
            <p:cNvSpPr>
              <a:spLocks noGrp="1"/>
            </p:cNvSpPr>
            <p:nvPr/>
          </p:nvSpPr>
          <p:spPr>
            <a:xfrm>
              <a:off x="9196540" y="2909373"/>
              <a:ext cx="114300" cy="76200"/>
            </a:xfrm>
            <a:prstGeom prst="ellipse">
              <a:avLst/>
            </a:prstGeom>
            <a:solidFill>
              <a:srgbClr val="C69B56"/>
            </a:solidFill>
            <a:ln w="10478">
              <a:solidFill>
                <a:srgbClr val="24282B"/>
              </a:solidFill>
              <a:prstDash val="solid"/>
            </a:ln>
          </p:spPr>
        </p:sp>
        <p:sp>
          <p:nvSpPr>
            <p:cNvPr id="45" name="真实NPU环境实测 :: 实测板卡-安装孔2">
              <a:extLst>
                <a:ext uri="{FF2B5EF4-FFF2-40B4-BE49-F238E27FC236}">
                  <ns2:creationId id="{689F7958-B69C-4CE1-819C-AB83825AC283}"/>
                </a:ext>
              </a:extLst>
            </p:cNvPr>
            <p:cNvSpPr>
              <a:spLocks noGrp="1"/>
            </p:cNvSpPr>
            <p:nvPr/>
          </p:nvSpPr>
          <p:spPr>
            <a:xfrm>
              <a:off x="8195843" y="3974840"/>
              <a:ext cx="114300" cy="76200"/>
            </a:xfrm>
            <a:prstGeom prst="ellipse">
              <a:avLst/>
            </a:prstGeom>
            <a:solidFill>
              <a:srgbClr val="C69B56"/>
            </a:solidFill>
            <a:ln w="10478">
              <a:solidFill>
                <a:srgbClr val="24282B"/>
              </a:solidFill>
              <a:prstDash val="solid"/>
            </a:ln>
          </p:spPr>
        </p:sp>
        <p:sp>
          <p:nvSpPr>
            <p:cNvPr id="46" name="真实NPU环境实测 :: 实测板卡-安装孔3">
              <a:extLst>
                <a:ext uri="{FF2B5EF4-FFF2-40B4-BE49-F238E27FC236}">
                  <ns2:creationId id="{EF938CF7-114B-4E5C-8F70-12141267CCC2}"/>
                </a:ext>
              </a:extLst>
            </p:cNvPr>
            <p:cNvSpPr>
              <a:spLocks noGrp="1"/>
            </p:cNvSpPr>
            <p:nvPr/>
          </p:nvSpPr>
          <p:spPr>
            <a:xfrm>
              <a:off x="6677139" y="3358839"/>
              <a:ext cx="114300" cy="76200"/>
            </a:xfrm>
            <a:prstGeom prst="ellipse">
              <a:avLst/>
            </a:prstGeom>
            <a:solidFill>
              <a:srgbClr val="C69B56"/>
            </a:solidFill>
            <a:ln w="10478">
              <a:solidFill>
                <a:srgbClr val="24282B"/>
              </a:solidFill>
              <a:prstDash val="solid"/>
            </a:ln>
          </p:spPr>
        </p:sp>
        <p:sp>
          <p:nvSpPr>
            <p:cNvPr id="47" name="真实NPU环境实测 :: 实测板卡-走线0">
              <a:extLst>
                <a:ext uri="{FF2B5EF4-FFF2-40B4-BE49-F238E27FC236}">
                  <ns2:creationId id="{CEEF8547-D22F-4176-AC04-A77C9BD5174A}"/>
                </a:ext>
              </a:extLst>
            </p:cNvPr>
            <p:cNvSpPr>
              <a:spLocks noGrp="1"/>
            </p:cNvSpPr>
            <p:nvPr/>
          </p:nvSpPr>
          <p:spPr>
            <a:xfrm>
              <a:off x="6904996" y="2408472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48" name="真实NPU环境实测 :: 实测板卡-走线1">
              <a:extLst>
                <a:ext uri="{FF2B5EF4-FFF2-40B4-BE49-F238E27FC236}">
                  <ns2:creationId id="{D22D81F2-2BDF-42B1-A13E-72BBFBEB6B07}"/>
                </a:ext>
              </a:extLst>
            </p:cNvPr>
            <p:cNvSpPr>
              <a:spLocks noGrp="1"/>
            </p:cNvSpPr>
            <p:nvPr/>
          </p:nvSpPr>
          <p:spPr>
            <a:xfrm>
              <a:off x="7081590" y="2480100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49" name="真实NPU环境实测 :: 实测板卡-走线2">
              <a:extLst>
                <a:ext uri="{FF2B5EF4-FFF2-40B4-BE49-F238E27FC236}">
                  <ns2:creationId id="{2EDB1783-7E5B-49A9-AF96-58ED6554CE24}"/>
                </a:ext>
              </a:extLst>
            </p:cNvPr>
            <p:cNvSpPr>
              <a:spLocks noGrp="1"/>
            </p:cNvSpPr>
            <p:nvPr/>
          </p:nvSpPr>
          <p:spPr>
            <a:xfrm>
              <a:off x="7258183" y="2551728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50" name="真实NPU环境实测 :: 实测板卡-走线3">
              <a:extLst>
                <a:ext uri="{FF2B5EF4-FFF2-40B4-BE49-F238E27FC236}">
                  <ns2:creationId id="{CC18FD91-A250-4FA9-977E-E2D9E1CF6A50}"/>
                </a:ext>
              </a:extLst>
            </p:cNvPr>
            <p:cNvSpPr>
              <a:spLocks noGrp="1"/>
            </p:cNvSpPr>
            <p:nvPr/>
          </p:nvSpPr>
          <p:spPr>
            <a:xfrm>
              <a:off x="7434777" y="2623356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51" name="真实NPU环境实测 :: 实测板卡-走线4">
              <a:extLst>
                <a:ext uri="{FF2B5EF4-FFF2-40B4-BE49-F238E27FC236}">
                  <ns2:creationId id="{F6961FCD-8C2F-4CEF-A84E-8E37B932FB2B}"/>
                </a:ext>
              </a:extLst>
            </p:cNvPr>
            <p:cNvSpPr>
              <a:spLocks noGrp="1"/>
            </p:cNvSpPr>
            <p:nvPr/>
          </p:nvSpPr>
          <p:spPr>
            <a:xfrm>
              <a:off x="7611370" y="2694984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52" name="真实NPU环境实测 :: 实测板卡-走线5">
              <a:extLst>
                <a:ext uri="{FF2B5EF4-FFF2-40B4-BE49-F238E27FC236}">
                  <ns2:creationId id="{461CC67A-FCEC-4EEA-9E8B-E5A0D6EEC61C}"/>
                </a:ext>
              </a:extLst>
            </p:cNvPr>
            <p:cNvSpPr>
              <a:spLocks noGrp="1"/>
            </p:cNvSpPr>
            <p:nvPr/>
          </p:nvSpPr>
          <p:spPr>
            <a:xfrm>
              <a:off x="7787964" y="2766612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53" name="真实NPU环境实测 :: 实测板卡-走线6">
              <a:extLst>
                <a:ext uri="{FF2B5EF4-FFF2-40B4-BE49-F238E27FC236}">
                  <ns2:creationId id="{9B8735DF-736A-41C5-9323-8BDA1105C781}"/>
                </a:ext>
              </a:extLst>
            </p:cNvPr>
            <p:cNvSpPr>
              <a:spLocks noGrp="1"/>
            </p:cNvSpPr>
            <p:nvPr/>
          </p:nvSpPr>
          <p:spPr>
            <a:xfrm>
              <a:off x="7964557" y="2838240"/>
              <a:ext cx="977151" cy="1040397"/>
            </a:xfrm>
            <a:custGeom>
              <a:pathLst>
                <a:path w="977151" h="1040397">
                  <a:moveTo>
                    <a:pt x="977151" y="0"/>
                  </a:moveTo>
                  <a:lnTo>
                    <a:pt x="0" y="1040397"/>
                  </a:lnTo>
                </a:path>
              </a:pathLst>
            </a:custGeom>
            <a:noFill/>
            <a:ln w="7620">
              <a:solidFill>
                <a:srgbClr val="B69E6E"/>
              </a:solidFill>
            </a:ln>
          </p:spPr>
        </p:sp>
        <p:sp>
          <p:nvSpPr>
            <p:cNvPr id="54" name="真实NPU环境实测 :: 实测板卡-元件0侧">
              <a:extLst>
                <a:ext uri="{FF2B5EF4-FFF2-40B4-BE49-F238E27FC236}">
                  <ns2:creationId id="{499A0F88-0FAB-4EDC-A1E8-55643AD6488E}"/>
                </a:ext>
              </a:extLst>
            </p:cNvPr>
            <p:cNvSpPr>
              <a:spLocks noGrp="1"/>
            </p:cNvSpPr>
            <p:nvPr/>
          </p:nvSpPr>
          <p:spPr>
            <a:xfrm>
              <a:off x="7746759" y="2375173"/>
              <a:ext cx="176594" cy="219532"/>
            </a:xfrm>
            <a:custGeom>
              <a:pathLst>
                <a:path w="176594" h="219532">
                  <a:moveTo>
                    <a:pt x="0" y="0"/>
                  </a:moveTo>
                  <a:lnTo>
                    <a:pt x="176594" y="71628"/>
                  </a:lnTo>
                  <a:lnTo>
                    <a:pt x="82410" y="171907"/>
                  </a:lnTo>
                  <a:lnTo>
                    <a:pt x="82410" y="219532"/>
                  </a:lnTo>
                  <a:lnTo>
                    <a:pt x="176594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55" name="真实NPU环境实测 :: 实测板卡-元件0">
              <a:extLst>
                <a:ext uri="{FF2B5EF4-FFF2-40B4-BE49-F238E27FC236}">
                  <ns2:creationId id="{D1180E6D-1923-4D23-9CEE-F36B239FCE77}"/>
                </a:ext>
              </a:extLst>
            </p:cNvPr>
            <p:cNvSpPr>
              <a:spLocks noGrp="1"/>
            </p:cNvSpPr>
            <p:nvPr/>
          </p:nvSpPr>
          <p:spPr>
            <a:xfrm>
              <a:off x="7652576" y="2375173"/>
              <a:ext cx="270777" cy="171907"/>
            </a:xfrm>
            <a:custGeom>
              <a:pathLst>
                <a:path w="270777" h="171907">
                  <a:moveTo>
                    <a:pt x="94183" y="0"/>
                  </a:moveTo>
                  <a:lnTo>
                    <a:pt x="270777" y="71628"/>
                  </a:lnTo>
                  <a:lnTo>
                    <a:pt x="176594" y="171907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737574"/>
            </a:solidFill>
            <a:ln w="12383">
              <a:solidFill>
                <a:srgbClr val="24282B"/>
              </a:solidFill>
            </a:ln>
          </p:spPr>
        </p:sp>
        <p:sp>
          <p:nvSpPr>
            <p:cNvPr id="56" name="真实NPU环境实测 :: 实测板卡-元件1侧">
              <a:extLst>
                <a:ext uri="{FF2B5EF4-FFF2-40B4-BE49-F238E27FC236}">
                  <ns2:creationId id="{2949895C-A7BF-427A-BF92-5E139FF09721}"/>
                </a:ext>
              </a:extLst>
            </p:cNvPr>
            <p:cNvSpPr>
              <a:spLocks noGrp="1"/>
            </p:cNvSpPr>
            <p:nvPr/>
          </p:nvSpPr>
          <p:spPr>
            <a:xfrm>
              <a:off x="8105832" y="2486196"/>
              <a:ext cx="176594" cy="206997"/>
            </a:xfrm>
            <a:custGeom>
              <a:pathLst>
                <a:path w="176594" h="206997">
                  <a:moveTo>
                    <a:pt x="0" y="0"/>
                  </a:moveTo>
                  <a:lnTo>
                    <a:pt x="176594" y="71628"/>
                  </a:lnTo>
                  <a:lnTo>
                    <a:pt x="94183" y="159372"/>
                  </a:lnTo>
                  <a:lnTo>
                    <a:pt x="94183" y="206997"/>
                  </a:lnTo>
                  <a:lnTo>
                    <a:pt x="176594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57" name="真实NPU环境实测 :: 实测板卡-元件1">
              <a:extLst>
                <a:ext uri="{FF2B5EF4-FFF2-40B4-BE49-F238E27FC236}">
                  <ns2:creationId id="{8F116594-7BBB-4D94-A1C3-4E066BD1027A}"/>
                </a:ext>
              </a:extLst>
            </p:cNvPr>
            <p:cNvSpPr>
              <a:spLocks noGrp="1"/>
            </p:cNvSpPr>
            <p:nvPr/>
          </p:nvSpPr>
          <p:spPr>
            <a:xfrm>
              <a:off x="8023422" y="2486196"/>
              <a:ext cx="259004" cy="159372"/>
            </a:xfrm>
            <a:custGeom>
              <a:pathLst>
                <a:path w="259004" h="159372">
                  <a:moveTo>
                    <a:pt x="82410" y="0"/>
                  </a:moveTo>
                  <a:lnTo>
                    <a:pt x="259004" y="71628"/>
                  </a:lnTo>
                  <a:lnTo>
                    <a:pt x="176594" y="159372"/>
                  </a:lnTo>
                  <a:lnTo>
                    <a:pt x="0" y="87744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58" name="真实NPU环境实测 :: 实测板卡-元件2侧">
              <a:extLst>
                <a:ext uri="{FF2B5EF4-FFF2-40B4-BE49-F238E27FC236}">
                  <ns2:creationId id="{6BFEA4C2-63F6-4C67-8324-A9D120BC44E2}"/>
                </a:ext>
              </a:extLst>
            </p:cNvPr>
            <p:cNvSpPr>
              <a:spLocks noGrp="1"/>
            </p:cNvSpPr>
            <p:nvPr/>
          </p:nvSpPr>
          <p:spPr>
            <a:xfrm>
              <a:off x="8459019" y="2629452"/>
              <a:ext cx="176593" cy="206997"/>
            </a:xfrm>
            <a:custGeom>
              <a:pathLst>
                <a:path w="176593" h="206997">
                  <a:moveTo>
                    <a:pt x="0" y="0"/>
                  </a:moveTo>
                  <a:lnTo>
                    <a:pt x="176593" y="71628"/>
                  </a:lnTo>
                  <a:lnTo>
                    <a:pt x="94183" y="159372"/>
                  </a:lnTo>
                  <a:lnTo>
                    <a:pt x="94183" y="206997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59" name="真实NPU环境实测 :: 实测板卡-元件2">
              <a:extLst>
                <a:ext uri="{FF2B5EF4-FFF2-40B4-BE49-F238E27FC236}">
                  <ns2:creationId id="{BFBD2068-0F6D-4C2F-9DD9-EB6437B0500A}"/>
                </a:ext>
              </a:extLst>
            </p:cNvPr>
            <p:cNvSpPr>
              <a:spLocks noGrp="1"/>
            </p:cNvSpPr>
            <p:nvPr/>
          </p:nvSpPr>
          <p:spPr>
            <a:xfrm>
              <a:off x="8376609" y="2629452"/>
              <a:ext cx="259004" cy="159372"/>
            </a:xfrm>
            <a:custGeom>
              <a:pathLst>
                <a:path w="259004" h="159372">
                  <a:moveTo>
                    <a:pt x="82410" y="0"/>
                  </a:moveTo>
                  <a:lnTo>
                    <a:pt x="259004" y="71628"/>
                  </a:lnTo>
                  <a:lnTo>
                    <a:pt x="176593" y="159372"/>
                  </a:lnTo>
                  <a:lnTo>
                    <a:pt x="0" y="87744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60" name="真实NPU环境实测 :: 实测板卡-元件3侧">
              <a:extLst>
                <a:ext uri="{FF2B5EF4-FFF2-40B4-BE49-F238E27FC236}">
                  <ns2:creationId id="{98F91C56-AD70-4AAD-9D56-32FE808CA947}"/>
                </a:ext>
              </a:extLst>
            </p:cNvPr>
            <p:cNvSpPr>
              <a:spLocks noGrp="1"/>
            </p:cNvSpPr>
            <p:nvPr/>
          </p:nvSpPr>
          <p:spPr>
            <a:xfrm>
              <a:off x="8853411" y="2806732"/>
              <a:ext cx="211912" cy="246393"/>
            </a:xfrm>
            <a:custGeom>
              <a:pathLst>
                <a:path w="211912" h="246393">
                  <a:moveTo>
                    <a:pt x="0" y="0"/>
                  </a:moveTo>
                  <a:lnTo>
                    <a:pt x="211912" y="85954"/>
                  </a:lnTo>
                  <a:lnTo>
                    <a:pt x="105956" y="198768"/>
                  </a:lnTo>
                  <a:lnTo>
                    <a:pt x="105956" y="246393"/>
                  </a:lnTo>
                  <a:lnTo>
                    <a:pt x="211912" y="133579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61" name="真实NPU环境实测 :: 实测板卡-元件3">
              <a:extLst>
                <a:ext uri="{FF2B5EF4-FFF2-40B4-BE49-F238E27FC236}">
                  <ns2:creationId id="{14E48347-DFBD-4BB5-8AC7-A811567A2339}"/>
                </a:ext>
              </a:extLst>
            </p:cNvPr>
            <p:cNvSpPr>
              <a:spLocks noGrp="1"/>
            </p:cNvSpPr>
            <p:nvPr/>
          </p:nvSpPr>
          <p:spPr>
            <a:xfrm>
              <a:off x="8747455" y="2806732"/>
              <a:ext cx="317868" cy="198768"/>
            </a:xfrm>
            <a:custGeom>
              <a:pathLst>
                <a:path w="317868" h="198768">
                  <a:moveTo>
                    <a:pt x="105956" y="0"/>
                  </a:moveTo>
                  <a:lnTo>
                    <a:pt x="317868" y="85954"/>
                  </a:lnTo>
                  <a:lnTo>
                    <a:pt x="211912" y="198768"/>
                  </a:lnTo>
                  <a:lnTo>
                    <a:pt x="0" y="112814"/>
                  </a:lnTo>
                  <a:close/>
                </a:path>
              </a:pathLst>
            </a:custGeom>
            <a:solidFill>
              <a:srgbClr val="737574"/>
            </a:solidFill>
            <a:ln w="12383">
              <a:solidFill>
                <a:srgbClr val="24282B"/>
              </a:solidFill>
            </a:ln>
          </p:spPr>
        </p:sp>
        <p:sp>
          <p:nvSpPr>
            <p:cNvPr id="62" name="真实NPU环境实测 :: 实测板卡-元件4侧">
              <a:extLst>
                <a:ext uri="{FF2B5EF4-FFF2-40B4-BE49-F238E27FC236}">
                  <ns2:creationId id="{605107FB-112C-4EA4-899A-41B55697EFC5}"/>
                </a:ext>
              </a:extLst>
            </p:cNvPr>
            <p:cNvSpPr>
              <a:spLocks noGrp="1"/>
            </p:cNvSpPr>
            <p:nvPr/>
          </p:nvSpPr>
          <p:spPr>
            <a:xfrm>
              <a:off x="8847525" y="3098616"/>
              <a:ext cx="176593" cy="219532"/>
            </a:xfrm>
            <a:custGeom>
              <a:pathLst>
                <a:path w="176593" h="219532">
                  <a:moveTo>
                    <a:pt x="0" y="0"/>
                  </a:moveTo>
                  <a:lnTo>
                    <a:pt x="176593" y="71628"/>
                  </a:lnTo>
                  <a:lnTo>
                    <a:pt x="82410" y="171907"/>
                  </a:lnTo>
                  <a:lnTo>
                    <a:pt x="82410" y="219532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63" name="真实NPU环境实测 :: 实测板卡-元件4">
              <a:extLst>
                <a:ext uri="{FF2B5EF4-FFF2-40B4-BE49-F238E27FC236}">
                  <ns2:creationId id="{391A8C2B-DEE8-4950-B280-31A3FB03A376}"/>
                </a:ext>
              </a:extLst>
            </p:cNvPr>
            <p:cNvSpPr>
              <a:spLocks noGrp="1"/>
            </p:cNvSpPr>
            <p:nvPr/>
          </p:nvSpPr>
          <p:spPr>
            <a:xfrm>
              <a:off x="8753342" y="3098616"/>
              <a:ext cx="270777" cy="171907"/>
            </a:xfrm>
            <a:custGeom>
              <a:pathLst>
                <a:path w="270777" h="171907">
                  <a:moveTo>
                    <a:pt x="94183" y="0"/>
                  </a:moveTo>
                  <a:lnTo>
                    <a:pt x="270777" y="71628"/>
                  </a:lnTo>
                  <a:lnTo>
                    <a:pt x="176594" y="171907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64" name="真实NPU环境实测 :: 实测板卡-元件5侧">
              <a:extLst>
                <a:ext uri="{FF2B5EF4-FFF2-40B4-BE49-F238E27FC236}">
                  <ns2:creationId id="{BFB0034D-0B0F-4C4B-99B5-2754B67B05E7}"/>
                </a:ext>
              </a:extLst>
            </p:cNvPr>
            <p:cNvSpPr>
              <a:spLocks noGrp="1"/>
            </p:cNvSpPr>
            <p:nvPr/>
          </p:nvSpPr>
          <p:spPr>
            <a:xfrm>
              <a:off x="8635613" y="3376174"/>
              <a:ext cx="176593" cy="219532"/>
            </a:xfrm>
            <a:custGeom>
              <a:pathLst>
                <a:path w="176593" h="219532">
                  <a:moveTo>
                    <a:pt x="0" y="0"/>
                  </a:moveTo>
                  <a:lnTo>
                    <a:pt x="176593" y="71628"/>
                  </a:lnTo>
                  <a:lnTo>
                    <a:pt x="82410" y="171907"/>
                  </a:lnTo>
                  <a:lnTo>
                    <a:pt x="82410" y="219532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65" name="真实NPU环境实测 :: 实测板卡-元件5">
              <a:extLst>
                <a:ext uri="{FF2B5EF4-FFF2-40B4-BE49-F238E27FC236}">
                  <ns2:creationId id="{977A0A38-2BFE-4E75-99F3-57E7266AC3E4}"/>
                </a:ext>
              </a:extLst>
            </p:cNvPr>
            <p:cNvSpPr>
              <a:spLocks noGrp="1"/>
            </p:cNvSpPr>
            <p:nvPr/>
          </p:nvSpPr>
          <p:spPr>
            <a:xfrm>
              <a:off x="8541429" y="3376174"/>
              <a:ext cx="270777" cy="171907"/>
            </a:xfrm>
            <a:custGeom>
              <a:pathLst>
                <a:path w="270777" h="171907">
                  <a:moveTo>
                    <a:pt x="94183" y="0"/>
                  </a:moveTo>
                  <a:lnTo>
                    <a:pt x="270777" y="71628"/>
                  </a:lnTo>
                  <a:lnTo>
                    <a:pt x="176593" y="171907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66" name="真实NPU环境实测 :: 实测板卡-元件6侧">
              <a:extLst>
                <a:ext uri="{FF2B5EF4-FFF2-40B4-BE49-F238E27FC236}">
                  <ns2:creationId id="{3183921E-4579-4DFC-BA36-CFFA38E7FB47}"/>
                </a:ext>
              </a:extLst>
            </p:cNvPr>
            <p:cNvSpPr>
              <a:spLocks noGrp="1"/>
            </p:cNvSpPr>
            <p:nvPr/>
          </p:nvSpPr>
          <p:spPr>
            <a:xfrm>
              <a:off x="8347177" y="3657314"/>
              <a:ext cx="176593" cy="232067"/>
            </a:xfrm>
            <a:custGeom>
              <a:pathLst>
                <a:path w="176593" h="232067">
                  <a:moveTo>
                    <a:pt x="0" y="0"/>
                  </a:moveTo>
                  <a:lnTo>
                    <a:pt x="176593" y="71628"/>
                  </a:lnTo>
                  <a:lnTo>
                    <a:pt x="70637" y="184442"/>
                  </a:lnTo>
                  <a:lnTo>
                    <a:pt x="70637" y="232067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67" name="真实NPU环境实测 :: 实测板卡-元件6">
              <a:extLst>
                <a:ext uri="{FF2B5EF4-FFF2-40B4-BE49-F238E27FC236}">
                  <ns2:creationId id="{FFF0FD2D-1AB2-41DF-B26A-848622052A03}"/>
                </a:ext>
              </a:extLst>
            </p:cNvPr>
            <p:cNvSpPr>
              <a:spLocks noGrp="1"/>
            </p:cNvSpPr>
            <p:nvPr/>
          </p:nvSpPr>
          <p:spPr>
            <a:xfrm>
              <a:off x="8241221" y="3657314"/>
              <a:ext cx="282550" cy="184442"/>
            </a:xfrm>
            <a:custGeom>
              <a:pathLst>
                <a:path w="282550" h="184442">
                  <a:moveTo>
                    <a:pt x="105956" y="0"/>
                  </a:moveTo>
                  <a:lnTo>
                    <a:pt x="282550" y="71628"/>
                  </a:lnTo>
                  <a:lnTo>
                    <a:pt x="176593" y="184442"/>
                  </a:lnTo>
                  <a:lnTo>
                    <a:pt x="0" y="112814"/>
                  </a:lnTo>
                  <a:close/>
                </a:path>
              </a:pathLst>
            </a:custGeom>
            <a:solidFill>
              <a:srgbClr val="737574"/>
            </a:solidFill>
            <a:ln w="12383">
              <a:solidFill>
                <a:srgbClr val="24282B"/>
              </a:solidFill>
            </a:ln>
          </p:spPr>
        </p:sp>
        <p:sp>
          <p:nvSpPr>
            <p:cNvPr id="68" name="真实NPU环境实测 :: 实测板卡-元件7侧">
              <a:extLst>
                <a:ext uri="{FF2B5EF4-FFF2-40B4-BE49-F238E27FC236}">
                  <ns2:creationId id="{DE808FD7-6315-4643-94B8-28C9FF7A1E6D}"/>
                </a:ext>
              </a:extLst>
            </p:cNvPr>
            <p:cNvSpPr>
              <a:spLocks noGrp="1"/>
            </p:cNvSpPr>
            <p:nvPr/>
          </p:nvSpPr>
          <p:spPr>
            <a:xfrm>
              <a:off x="7846828" y="3644779"/>
              <a:ext cx="194253" cy="226695"/>
            </a:xfrm>
            <a:custGeom>
              <a:pathLst>
                <a:path w="194253" h="226695">
                  <a:moveTo>
                    <a:pt x="0" y="0"/>
                  </a:moveTo>
                  <a:lnTo>
                    <a:pt x="194253" y="78791"/>
                  </a:lnTo>
                  <a:lnTo>
                    <a:pt x="100070" y="179070"/>
                  </a:lnTo>
                  <a:lnTo>
                    <a:pt x="100070" y="226695"/>
                  </a:lnTo>
                  <a:lnTo>
                    <a:pt x="194253" y="126416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69" name="真实NPU环境实测 :: 实测板卡-元件7">
              <a:extLst>
                <a:ext uri="{FF2B5EF4-FFF2-40B4-BE49-F238E27FC236}">
                  <ns2:creationId id="{3D5168AD-B701-4AB9-9BCB-1DA7BE955B73}"/>
                </a:ext>
              </a:extLst>
            </p:cNvPr>
            <p:cNvSpPr>
              <a:spLocks noGrp="1"/>
            </p:cNvSpPr>
            <p:nvPr/>
          </p:nvSpPr>
          <p:spPr>
            <a:xfrm>
              <a:off x="7752645" y="3644779"/>
              <a:ext cx="288436" cy="179070"/>
            </a:xfrm>
            <a:custGeom>
              <a:pathLst>
                <a:path w="288436" h="179070">
                  <a:moveTo>
                    <a:pt x="94183" y="0"/>
                  </a:moveTo>
                  <a:lnTo>
                    <a:pt x="288436" y="78791"/>
                  </a:lnTo>
                  <a:lnTo>
                    <a:pt x="194253" y="179070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70" name="真实NPU环境实测 :: 实测板卡-元件8侧">
              <a:extLst>
                <a:ext uri="{FF2B5EF4-FFF2-40B4-BE49-F238E27FC236}">
                  <ns2:creationId id="{43021454-0B8A-4C40-8817-96FBF9A4FCD5}"/>
                </a:ext>
              </a:extLst>
            </p:cNvPr>
            <p:cNvSpPr>
              <a:spLocks noGrp="1"/>
            </p:cNvSpPr>
            <p:nvPr/>
          </p:nvSpPr>
          <p:spPr>
            <a:xfrm>
              <a:off x="7511301" y="3508686"/>
              <a:ext cx="176593" cy="219532"/>
            </a:xfrm>
            <a:custGeom>
              <a:pathLst>
                <a:path w="176593" h="219532">
                  <a:moveTo>
                    <a:pt x="0" y="0"/>
                  </a:moveTo>
                  <a:lnTo>
                    <a:pt x="176593" y="71628"/>
                  </a:lnTo>
                  <a:lnTo>
                    <a:pt x="82410" y="171907"/>
                  </a:lnTo>
                  <a:lnTo>
                    <a:pt x="82410" y="219532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71" name="真实NPU环境实测 :: 实测板卡-元件8">
              <a:extLst>
                <a:ext uri="{FF2B5EF4-FFF2-40B4-BE49-F238E27FC236}">
                  <ns2:creationId id="{015F781B-A622-4A1D-A638-C9F79A17873D}"/>
                </a:ext>
              </a:extLst>
            </p:cNvPr>
            <p:cNvSpPr>
              <a:spLocks noGrp="1"/>
            </p:cNvSpPr>
            <p:nvPr/>
          </p:nvSpPr>
          <p:spPr>
            <a:xfrm>
              <a:off x="7417118" y="3508686"/>
              <a:ext cx="270777" cy="171907"/>
            </a:xfrm>
            <a:custGeom>
              <a:pathLst>
                <a:path w="270777" h="171907">
                  <a:moveTo>
                    <a:pt x="94183" y="0"/>
                  </a:moveTo>
                  <a:lnTo>
                    <a:pt x="270777" y="71628"/>
                  </a:lnTo>
                  <a:lnTo>
                    <a:pt x="176593" y="171907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72" name="真实NPU环境实测 :: 实测板卡-元件9侧">
              <a:extLst>
                <a:ext uri="{FF2B5EF4-FFF2-40B4-BE49-F238E27FC236}">
                  <ns2:creationId id="{CF48DB3E-86B9-459C-A365-08C1A293F5F0}"/>
                </a:ext>
              </a:extLst>
            </p:cNvPr>
            <p:cNvSpPr>
              <a:spLocks noGrp="1"/>
            </p:cNvSpPr>
            <p:nvPr/>
          </p:nvSpPr>
          <p:spPr>
            <a:xfrm>
              <a:off x="7164000" y="3333198"/>
              <a:ext cx="176593" cy="232067"/>
            </a:xfrm>
            <a:custGeom>
              <a:pathLst>
                <a:path w="176593" h="232067">
                  <a:moveTo>
                    <a:pt x="0" y="0"/>
                  </a:moveTo>
                  <a:lnTo>
                    <a:pt x="176593" y="71628"/>
                  </a:lnTo>
                  <a:lnTo>
                    <a:pt x="70637" y="184442"/>
                  </a:lnTo>
                  <a:lnTo>
                    <a:pt x="70637" y="232067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73" name="真实NPU环境实测 :: 实测板卡-元件9">
              <a:extLst>
                <a:ext uri="{FF2B5EF4-FFF2-40B4-BE49-F238E27FC236}">
                  <ns2:creationId id="{C6DC9512-CA1F-4AC5-BB11-D8FC5C552E5A}"/>
                </a:ext>
              </a:extLst>
            </p:cNvPr>
            <p:cNvSpPr>
              <a:spLocks noGrp="1"/>
            </p:cNvSpPr>
            <p:nvPr/>
          </p:nvSpPr>
          <p:spPr>
            <a:xfrm>
              <a:off x="7058044" y="3333198"/>
              <a:ext cx="282550" cy="184442"/>
            </a:xfrm>
            <a:custGeom>
              <a:pathLst>
                <a:path w="282550" h="184442">
                  <a:moveTo>
                    <a:pt x="105956" y="0"/>
                  </a:moveTo>
                  <a:lnTo>
                    <a:pt x="282550" y="71628"/>
                  </a:lnTo>
                  <a:lnTo>
                    <a:pt x="176593" y="184442"/>
                  </a:lnTo>
                  <a:lnTo>
                    <a:pt x="0" y="112814"/>
                  </a:lnTo>
                  <a:close/>
                </a:path>
              </a:pathLst>
            </a:custGeom>
            <a:solidFill>
              <a:srgbClr val="737574"/>
            </a:solidFill>
            <a:ln w="12383">
              <a:solidFill>
                <a:srgbClr val="24282B"/>
              </a:solidFill>
            </a:ln>
          </p:spPr>
        </p:sp>
        <p:sp>
          <p:nvSpPr>
            <p:cNvPr id="74" name="真实NPU环境实测 :: 实测板卡-元件10侧">
              <a:extLst>
                <a:ext uri="{FF2B5EF4-FFF2-40B4-BE49-F238E27FC236}">
                  <ns2:creationId id="{4F01277F-77AA-45B5-B128-AE7BA3385ACB}"/>
                </a:ext>
              </a:extLst>
            </p:cNvPr>
            <p:cNvSpPr>
              <a:spLocks noGrp="1"/>
            </p:cNvSpPr>
            <p:nvPr/>
          </p:nvSpPr>
          <p:spPr>
            <a:xfrm>
              <a:off x="7128681" y="3007290"/>
              <a:ext cx="176593" cy="219532"/>
            </a:xfrm>
            <a:custGeom>
              <a:pathLst>
                <a:path w="176593" h="219532">
                  <a:moveTo>
                    <a:pt x="0" y="0"/>
                  </a:moveTo>
                  <a:lnTo>
                    <a:pt x="176593" y="71628"/>
                  </a:lnTo>
                  <a:lnTo>
                    <a:pt x="82410" y="171907"/>
                  </a:lnTo>
                  <a:lnTo>
                    <a:pt x="82410" y="219532"/>
                  </a:lnTo>
                  <a:lnTo>
                    <a:pt x="176593" y="11925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75" name="真实NPU环境实测 :: 实测板卡-元件10">
              <a:extLst>
                <a:ext uri="{FF2B5EF4-FFF2-40B4-BE49-F238E27FC236}">
                  <ns2:creationId id="{A7199D0A-A551-4A6A-B231-4E0860FF03E8}"/>
                </a:ext>
              </a:extLst>
            </p:cNvPr>
            <p:cNvSpPr>
              <a:spLocks noGrp="1"/>
            </p:cNvSpPr>
            <p:nvPr/>
          </p:nvSpPr>
          <p:spPr>
            <a:xfrm>
              <a:off x="7034498" y="3007290"/>
              <a:ext cx="270777" cy="171907"/>
            </a:xfrm>
            <a:custGeom>
              <a:pathLst>
                <a:path w="270777" h="171907">
                  <a:moveTo>
                    <a:pt x="94183" y="0"/>
                  </a:moveTo>
                  <a:lnTo>
                    <a:pt x="270777" y="71628"/>
                  </a:lnTo>
                  <a:lnTo>
                    <a:pt x="176593" y="171907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76" name="真实NPU环境实测 :: 实测板卡-元件11侧">
              <a:extLst>
                <a:ext uri="{FF2B5EF4-FFF2-40B4-BE49-F238E27FC236}">
                  <ns2:creationId id="{A1FDDDFB-B168-4D8C-B7AB-5512109CB2FD}"/>
                </a:ext>
              </a:extLst>
            </p:cNvPr>
            <p:cNvSpPr>
              <a:spLocks noGrp="1"/>
            </p:cNvSpPr>
            <p:nvPr/>
          </p:nvSpPr>
          <p:spPr>
            <a:xfrm>
              <a:off x="7358253" y="2736894"/>
              <a:ext cx="194253" cy="226695"/>
            </a:xfrm>
            <a:custGeom>
              <a:pathLst>
                <a:path w="194253" h="226695">
                  <a:moveTo>
                    <a:pt x="0" y="0"/>
                  </a:moveTo>
                  <a:lnTo>
                    <a:pt x="194253" y="78791"/>
                  </a:lnTo>
                  <a:lnTo>
                    <a:pt x="100070" y="179070"/>
                  </a:lnTo>
                  <a:lnTo>
                    <a:pt x="100070" y="226695"/>
                  </a:lnTo>
                  <a:lnTo>
                    <a:pt x="194253" y="126416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77" name="真实NPU环境实测 :: 实测板卡-元件11">
              <a:extLst>
                <a:ext uri="{FF2B5EF4-FFF2-40B4-BE49-F238E27FC236}">
                  <ns2:creationId id="{40D5BD32-D19B-4EDA-9105-0C4CBB7149B6}"/>
                </a:ext>
              </a:extLst>
            </p:cNvPr>
            <p:cNvSpPr>
              <a:spLocks noGrp="1"/>
            </p:cNvSpPr>
            <p:nvPr/>
          </p:nvSpPr>
          <p:spPr>
            <a:xfrm>
              <a:off x="7264070" y="2736894"/>
              <a:ext cx="288436" cy="179070"/>
            </a:xfrm>
            <a:custGeom>
              <a:pathLst>
                <a:path w="288436" h="179070">
                  <a:moveTo>
                    <a:pt x="94183" y="0"/>
                  </a:moveTo>
                  <a:lnTo>
                    <a:pt x="288436" y="78791"/>
                  </a:lnTo>
                  <a:lnTo>
                    <a:pt x="194253" y="179070"/>
                  </a:lnTo>
                  <a:lnTo>
                    <a:pt x="0" y="100279"/>
                  </a:lnTo>
                  <a:close/>
                </a:path>
              </a:pathLst>
            </a:custGeom>
            <a:solidFill>
              <a:srgbClr val="292C2D"/>
            </a:solidFill>
            <a:ln w="12383">
              <a:solidFill>
                <a:srgbClr val="24282B"/>
              </a:solidFill>
            </a:ln>
          </p:spPr>
        </p:sp>
        <p:sp>
          <p:nvSpPr>
            <p:cNvPr id="78" name="真实NPU环境实测 :: 实测板卡-引脚0-0">
              <a:extLst>
                <a:ext uri="{FF2B5EF4-FFF2-40B4-BE49-F238E27FC236}">
                  <ns2:creationId id="{9844F352-7269-4751-B6F3-E260F70291D0}"/>
                </a:ext>
              </a:extLst>
            </p:cNvPr>
            <p:cNvSpPr>
              <a:spLocks noGrp="1"/>
            </p:cNvSpPr>
            <p:nvPr/>
          </p:nvSpPr>
          <p:spPr>
            <a:xfrm>
              <a:off x="7952784" y="2657456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79" name="真实NPU环境实测 :: 实测板卡-引脚0-1">
              <a:extLst>
                <a:ext uri="{FF2B5EF4-FFF2-40B4-BE49-F238E27FC236}">
                  <ns2:creationId id="{25B7E66F-66E1-4487-851D-45E370F5BBF0}"/>
                </a:ext>
              </a:extLst>
            </p:cNvPr>
            <p:cNvSpPr>
              <a:spLocks noGrp="1"/>
            </p:cNvSpPr>
            <p:nvPr/>
          </p:nvSpPr>
          <p:spPr>
            <a:xfrm>
              <a:off x="7352367" y="3296736"/>
              <a:ext cx="58865" cy="62675"/>
            </a:xfrm>
            <a:custGeom>
              <a:pathLst>
                <a:path w="58865" h="62675">
                  <a:moveTo>
                    <a:pt x="58865" y="0"/>
                  </a:moveTo>
                  <a:lnTo>
                    <a:pt x="0" y="62675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0" name="真实NPU环境实测 :: 实测板卡-引脚0-2">
              <a:extLst>
                <a:ext uri="{FF2B5EF4-FFF2-40B4-BE49-F238E27FC236}">
                  <ns2:creationId id="{178FCD36-9CCB-4C4F-87E0-3139841B387C}"/>
                </a:ext>
              </a:extLst>
            </p:cNvPr>
            <p:cNvSpPr>
              <a:spLocks noGrp="1"/>
            </p:cNvSpPr>
            <p:nvPr/>
          </p:nvSpPr>
          <p:spPr>
            <a:xfrm>
              <a:off x="7734986" y="2718340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1" name="真实NPU环境实测 :: 实测板卡-引脚0-3">
              <a:extLst>
                <a:ext uri="{FF2B5EF4-FFF2-40B4-BE49-F238E27FC236}">
                  <ns2:creationId id="{E20A3755-15DA-47C3-8AF8-B3FF9F5CA18D}"/>
                </a:ext>
              </a:extLst>
            </p:cNvPr>
            <p:cNvSpPr>
              <a:spLocks noGrp="1"/>
            </p:cNvSpPr>
            <p:nvPr/>
          </p:nvSpPr>
          <p:spPr>
            <a:xfrm>
              <a:off x="8617953" y="3076480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2" name="真实NPU环境实测 :: 实测板卡-引脚1-0">
              <a:extLst>
                <a:ext uri="{FF2B5EF4-FFF2-40B4-BE49-F238E27FC236}">
                  <ns2:creationId id="{5D8006A2-AE34-4C46-8667-100C61B29FAD}"/>
                </a:ext>
              </a:extLst>
            </p:cNvPr>
            <p:cNvSpPr>
              <a:spLocks noGrp="1"/>
            </p:cNvSpPr>
            <p:nvPr/>
          </p:nvSpPr>
          <p:spPr>
            <a:xfrm>
              <a:off x="8025188" y="2686823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3" name="真实NPU环境实测 :: 实测板卡-引脚1-1">
              <a:extLst>
                <a:ext uri="{FF2B5EF4-FFF2-40B4-BE49-F238E27FC236}">
                  <ns2:creationId id="{CE1105BD-44ED-4A88-AA0D-C3B37EA9B7A3}"/>
                </a:ext>
              </a:extLst>
            </p:cNvPr>
            <p:cNvSpPr>
              <a:spLocks noGrp="1"/>
            </p:cNvSpPr>
            <p:nvPr/>
          </p:nvSpPr>
          <p:spPr>
            <a:xfrm>
              <a:off x="7424770" y="3326103"/>
              <a:ext cx="58865" cy="62674"/>
            </a:xfrm>
            <a:custGeom>
              <a:pathLst>
                <a:path w="58865" h="62674">
                  <a:moveTo>
                    <a:pt x="58865" y="0"/>
                  </a:moveTo>
                  <a:lnTo>
                    <a:pt x="0" y="6267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4" name="真实NPU环境实测 :: 实测板卡-引脚1-2">
              <a:extLst>
                <a:ext uri="{FF2B5EF4-FFF2-40B4-BE49-F238E27FC236}">
                  <ns2:creationId id="{40FAD49F-FD81-4406-8482-163E463BA49C}"/>
                </a:ext>
              </a:extLst>
            </p:cNvPr>
            <p:cNvSpPr>
              <a:spLocks noGrp="1"/>
            </p:cNvSpPr>
            <p:nvPr/>
          </p:nvSpPr>
          <p:spPr>
            <a:xfrm>
              <a:off x="7686717" y="2769733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5" name="真实NPU环境实测 :: 实测板卡-引脚1-3">
              <a:extLst>
                <a:ext uri="{FF2B5EF4-FFF2-40B4-BE49-F238E27FC236}">
                  <ns2:creationId id="{26A4C459-E4AE-4D20-93BA-0187F781BF2B}"/>
                </a:ext>
              </a:extLst>
            </p:cNvPr>
            <p:cNvSpPr>
              <a:spLocks noGrp="1"/>
            </p:cNvSpPr>
            <p:nvPr/>
          </p:nvSpPr>
          <p:spPr>
            <a:xfrm>
              <a:off x="8569684" y="3127873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6" name="真实NPU环境实测 :: 实测板卡-引脚2-0">
              <a:extLst>
                <a:ext uri="{FF2B5EF4-FFF2-40B4-BE49-F238E27FC236}">
                  <ns2:creationId id="{D4613936-C7FB-4A12-894D-45604824D114}"/>
                </a:ext>
              </a:extLst>
            </p:cNvPr>
            <p:cNvSpPr>
              <a:spLocks noGrp="1"/>
            </p:cNvSpPr>
            <p:nvPr/>
          </p:nvSpPr>
          <p:spPr>
            <a:xfrm>
              <a:off x="8097591" y="2716191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7" name="真实NPU环境实测 :: 实测板卡-引脚2-1">
              <a:extLst>
                <a:ext uri="{FF2B5EF4-FFF2-40B4-BE49-F238E27FC236}">
                  <ns2:creationId id="{BD532FD2-ABEA-473F-96CE-536959D4D959}"/>
                </a:ext>
              </a:extLst>
            </p:cNvPr>
            <p:cNvSpPr>
              <a:spLocks noGrp="1"/>
            </p:cNvSpPr>
            <p:nvPr/>
          </p:nvSpPr>
          <p:spPr>
            <a:xfrm>
              <a:off x="7497173" y="3355471"/>
              <a:ext cx="58865" cy="62674"/>
            </a:xfrm>
            <a:custGeom>
              <a:pathLst>
                <a:path w="58865" h="62674">
                  <a:moveTo>
                    <a:pt x="58865" y="0"/>
                  </a:moveTo>
                  <a:lnTo>
                    <a:pt x="0" y="6267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8" name="真实NPU环境实测 :: 实测板卡-引脚2-2">
              <a:extLst>
                <a:ext uri="{FF2B5EF4-FFF2-40B4-BE49-F238E27FC236}">
                  <ns2:creationId id="{D31EE2DD-68AA-4DBA-9C46-11AD25904B3A}"/>
                </a:ext>
              </a:extLst>
            </p:cNvPr>
            <p:cNvSpPr>
              <a:spLocks noGrp="1"/>
            </p:cNvSpPr>
            <p:nvPr/>
          </p:nvSpPr>
          <p:spPr>
            <a:xfrm>
              <a:off x="7638448" y="2821126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89" name="真实NPU环境实测 :: 实测板卡-引脚2-3">
              <a:extLst>
                <a:ext uri="{FF2B5EF4-FFF2-40B4-BE49-F238E27FC236}">
                  <ns2:creationId id="{BB705FBB-5FA4-4EB4-86E9-8288B349CE10}"/>
                </a:ext>
              </a:extLst>
            </p:cNvPr>
            <p:cNvSpPr>
              <a:spLocks noGrp="1"/>
            </p:cNvSpPr>
            <p:nvPr/>
          </p:nvSpPr>
          <p:spPr>
            <a:xfrm>
              <a:off x="8521416" y="3179266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0" name="真实NPU环境实测 :: 实测板卡-引脚3-0">
              <a:extLst>
                <a:ext uri="{FF2B5EF4-FFF2-40B4-BE49-F238E27FC236}">
                  <ns2:creationId id="{2CA0E6D1-B11A-4A18-9C76-9BAEBF5DB743}"/>
                </a:ext>
              </a:extLst>
            </p:cNvPr>
            <p:cNvSpPr>
              <a:spLocks noGrp="1"/>
            </p:cNvSpPr>
            <p:nvPr/>
          </p:nvSpPr>
          <p:spPr>
            <a:xfrm>
              <a:off x="8169994" y="2745558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1" name="真实NPU环境实测 :: 实测板卡-引脚3-1">
              <a:extLst>
                <a:ext uri="{FF2B5EF4-FFF2-40B4-BE49-F238E27FC236}">
                  <ns2:creationId id="{CD6EDFAE-E29A-4CD4-9F7A-0611B392A927}"/>
                </a:ext>
              </a:extLst>
            </p:cNvPr>
            <p:cNvSpPr>
              <a:spLocks noGrp="1"/>
            </p:cNvSpPr>
            <p:nvPr/>
          </p:nvSpPr>
          <p:spPr>
            <a:xfrm>
              <a:off x="7569577" y="3384838"/>
              <a:ext cx="58865" cy="62675"/>
            </a:xfrm>
            <a:custGeom>
              <a:pathLst>
                <a:path w="58865" h="62675">
                  <a:moveTo>
                    <a:pt x="58865" y="0"/>
                  </a:moveTo>
                  <a:lnTo>
                    <a:pt x="0" y="62675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2" name="真实NPU环境实测 :: 实测板卡-引脚3-2">
              <a:extLst>
                <a:ext uri="{FF2B5EF4-FFF2-40B4-BE49-F238E27FC236}">
                  <ns2:creationId id="{16E70F0E-9175-4C4C-8420-7DFB1B9459D8}"/>
                </a:ext>
              </a:extLst>
            </p:cNvPr>
            <p:cNvSpPr>
              <a:spLocks noGrp="1"/>
            </p:cNvSpPr>
            <p:nvPr/>
          </p:nvSpPr>
          <p:spPr>
            <a:xfrm>
              <a:off x="7590179" y="2872519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3" name="真实NPU环境实测 :: 实测板卡-引脚3-3">
              <a:extLst>
                <a:ext uri="{FF2B5EF4-FFF2-40B4-BE49-F238E27FC236}">
                  <ns2:creationId id="{0E064280-6684-4036-A5AB-1711C7F883F4}"/>
                </a:ext>
              </a:extLst>
            </p:cNvPr>
            <p:cNvSpPr>
              <a:spLocks noGrp="1"/>
            </p:cNvSpPr>
            <p:nvPr/>
          </p:nvSpPr>
          <p:spPr>
            <a:xfrm>
              <a:off x="8473147" y="3230659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4" name="真实NPU环境实测 :: 实测板卡-引脚4-0">
              <a:extLst>
                <a:ext uri="{FF2B5EF4-FFF2-40B4-BE49-F238E27FC236}">
                  <ns2:creationId id="{6DC89697-0592-477A-91AD-251869AF5367}"/>
                </a:ext>
              </a:extLst>
            </p:cNvPr>
            <p:cNvSpPr>
              <a:spLocks noGrp="1"/>
            </p:cNvSpPr>
            <p:nvPr/>
          </p:nvSpPr>
          <p:spPr>
            <a:xfrm>
              <a:off x="8242398" y="2774926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5" name="真实NPU环境实测 :: 实测板卡-引脚4-1">
              <a:extLst>
                <a:ext uri="{FF2B5EF4-FFF2-40B4-BE49-F238E27FC236}">
                  <ns2:creationId id="{4D5E230B-EC17-451D-8FB4-AE5649062C23}"/>
                </a:ext>
              </a:extLst>
            </p:cNvPr>
            <p:cNvSpPr>
              <a:spLocks noGrp="1"/>
            </p:cNvSpPr>
            <p:nvPr/>
          </p:nvSpPr>
          <p:spPr>
            <a:xfrm>
              <a:off x="7641980" y="3414206"/>
              <a:ext cx="58865" cy="62674"/>
            </a:xfrm>
            <a:custGeom>
              <a:pathLst>
                <a:path w="58865" h="62674">
                  <a:moveTo>
                    <a:pt x="58865" y="0"/>
                  </a:moveTo>
                  <a:lnTo>
                    <a:pt x="0" y="6267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6" name="真实NPU环境实测 :: 实测板卡-引脚4-2">
              <a:extLst>
                <a:ext uri="{FF2B5EF4-FFF2-40B4-BE49-F238E27FC236}">
                  <ns2:creationId id="{F17C34D5-9A84-4C30-8FB0-468234E49C5E}"/>
                </a:ext>
              </a:extLst>
            </p:cNvPr>
            <p:cNvSpPr>
              <a:spLocks noGrp="1"/>
            </p:cNvSpPr>
            <p:nvPr/>
          </p:nvSpPr>
          <p:spPr>
            <a:xfrm>
              <a:off x="7541910" y="2923912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7" name="真实NPU环境实测 :: 实测板卡-引脚4-3">
              <a:extLst>
                <a:ext uri="{FF2B5EF4-FFF2-40B4-BE49-F238E27FC236}">
                  <ns2:creationId id="{04DFECAE-C326-4376-91DF-BFBD89C9931B}"/>
                </a:ext>
              </a:extLst>
            </p:cNvPr>
            <p:cNvSpPr>
              <a:spLocks noGrp="1"/>
            </p:cNvSpPr>
            <p:nvPr/>
          </p:nvSpPr>
          <p:spPr>
            <a:xfrm>
              <a:off x="8424878" y="3282052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8" name="真实NPU环境实测 :: 实测板卡-引脚5-0">
              <a:extLst>
                <a:ext uri="{FF2B5EF4-FFF2-40B4-BE49-F238E27FC236}">
                  <ns2:creationId id="{6AE6E99E-2C7B-4E30-BD69-7D2D22FA27BB}"/>
                </a:ext>
              </a:extLst>
            </p:cNvPr>
            <p:cNvSpPr>
              <a:spLocks noGrp="1"/>
            </p:cNvSpPr>
            <p:nvPr/>
          </p:nvSpPr>
          <p:spPr>
            <a:xfrm>
              <a:off x="8314801" y="2804293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99" name="真实NPU环境实测 :: 实测板卡-引脚5-1">
              <a:extLst>
                <a:ext uri="{FF2B5EF4-FFF2-40B4-BE49-F238E27FC236}">
                  <ns2:creationId id="{A0884124-143F-4F92-89B3-45C9E0AD8D60}"/>
                </a:ext>
              </a:extLst>
            </p:cNvPr>
            <p:cNvSpPr>
              <a:spLocks noGrp="1"/>
            </p:cNvSpPr>
            <p:nvPr/>
          </p:nvSpPr>
          <p:spPr>
            <a:xfrm>
              <a:off x="7714383" y="3443573"/>
              <a:ext cx="58865" cy="62674"/>
            </a:xfrm>
            <a:custGeom>
              <a:pathLst>
                <a:path w="58865" h="62674">
                  <a:moveTo>
                    <a:pt x="58865" y="0"/>
                  </a:moveTo>
                  <a:lnTo>
                    <a:pt x="0" y="6267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0" name="真实NPU环境实测 :: 实测板卡-引脚5-2">
              <a:extLst>
                <a:ext uri="{FF2B5EF4-FFF2-40B4-BE49-F238E27FC236}">
                  <ns2:creationId id="{8AC62E50-796F-4255-8F3C-A1EF1FB1EEA6}"/>
                </a:ext>
              </a:extLst>
            </p:cNvPr>
            <p:cNvSpPr>
              <a:spLocks noGrp="1"/>
            </p:cNvSpPr>
            <p:nvPr/>
          </p:nvSpPr>
          <p:spPr>
            <a:xfrm>
              <a:off x="7493641" y="2975305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1" name="真实NPU环境实测 :: 实测板卡-引脚5-3">
              <a:extLst>
                <a:ext uri="{FF2B5EF4-FFF2-40B4-BE49-F238E27FC236}">
                  <ns2:creationId id="{5B9DFE6D-EA3B-4872-9B81-532D0B867FF4}"/>
                </a:ext>
              </a:extLst>
            </p:cNvPr>
            <p:cNvSpPr>
              <a:spLocks noGrp="1"/>
            </p:cNvSpPr>
            <p:nvPr/>
          </p:nvSpPr>
          <p:spPr>
            <a:xfrm>
              <a:off x="8376609" y="3333445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2" name="真实NPU环境实测 :: 实测板卡-引脚6-0">
              <a:extLst>
                <a:ext uri="{FF2B5EF4-FFF2-40B4-BE49-F238E27FC236}">
                  <ns2:creationId id="{D13D6F52-9690-459A-ACFD-6F5CFAFF302A}"/>
                </a:ext>
              </a:extLst>
            </p:cNvPr>
            <p:cNvSpPr>
              <a:spLocks noGrp="1"/>
            </p:cNvSpPr>
            <p:nvPr/>
          </p:nvSpPr>
          <p:spPr>
            <a:xfrm>
              <a:off x="8387204" y="2833661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3" name="真实NPU环境实测 :: 实测板卡-引脚6-1">
              <a:extLst>
                <a:ext uri="{FF2B5EF4-FFF2-40B4-BE49-F238E27FC236}">
                  <ns2:creationId id="{026A0FD8-5893-404F-94D6-D085560A7C7A}"/>
                </a:ext>
              </a:extLst>
            </p:cNvPr>
            <p:cNvSpPr>
              <a:spLocks noGrp="1"/>
            </p:cNvSpPr>
            <p:nvPr/>
          </p:nvSpPr>
          <p:spPr>
            <a:xfrm>
              <a:off x="7786787" y="3472941"/>
              <a:ext cx="58865" cy="62675"/>
            </a:xfrm>
            <a:custGeom>
              <a:pathLst>
                <a:path w="58865" h="62675">
                  <a:moveTo>
                    <a:pt x="58865" y="0"/>
                  </a:moveTo>
                  <a:lnTo>
                    <a:pt x="0" y="62675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4" name="真实NPU环境实测 :: 实测板卡-引脚6-2">
              <a:extLst>
                <a:ext uri="{FF2B5EF4-FFF2-40B4-BE49-F238E27FC236}">
                  <ns2:creationId id="{57376CF9-EFE9-4623-942D-D582EE186147}"/>
                </a:ext>
              </a:extLst>
            </p:cNvPr>
            <p:cNvSpPr>
              <a:spLocks noGrp="1"/>
            </p:cNvSpPr>
            <p:nvPr/>
          </p:nvSpPr>
          <p:spPr>
            <a:xfrm>
              <a:off x="7445372" y="3026698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5" name="真实NPU环境实测 :: 实测板卡-引脚6-3">
              <a:extLst>
                <a:ext uri="{FF2B5EF4-FFF2-40B4-BE49-F238E27FC236}">
                  <ns2:creationId id="{1C7C5535-1C70-4356-865D-8F0006F4A932}"/>
                </a:ext>
              </a:extLst>
            </p:cNvPr>
            <p:cNvSpPr>
              <a:spLocks noGrp="1"/>
            </p:cNvSpPr>
            <p:nvPr/>
          </p:nvSpPr>
          <p:spPr>
            <a:xfrm>
              <a:off x="8328340" y="3384838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6" name="真实NPU环境实测 :: 实测板卡-引脚7-0">
              <a:extLst>
                <a:ext uri="{FF2B5EF4-FFF2-40B4-BE49-F238E27FC236}">
                  <ns2:creationId id="{6B43E0CB-C506-4C41-9717-3199656374E9}"/>
                </a:ext>
              </a:extLst>
            </p:cNvPr>
            <p:cNvSpPr>
              <a:spLocks noGrp="1"/>
            </p:cNvSpPr>
            <p:nvPr/>
          </p:nvSpPr>
          <p:spPr>
            <a:xfrm>
              <a:off x="8459608" y="2863028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7" name="真实NPU环境实测 :: 实测板卡-引脚7-1">
              <a:extLst>
                <a:ext uri="{FF2B5EF4-FFF2-40B4-BE49-F238E27FC236}">
                  <ns2:creationId id="{F3696709-66F6-465C-803E-62213955C352}"/>
                </a:ext>
              </a:extLst>
            </p:cNvPr>
            <p:cNvSpPr>
              <a:spLocks noGrp="1"/>
            </p:cNvSpPr>
            <p:nvPr/>
          </p:nvSpPr>
          <p:spPr>
            <a:xfrm>
              <a:off x="7859190" y="3502308"/>
              <a:ext cx="58865" cy="62675"/>
            </a:xfrm>
            <a:custGeom>
              <a:pathLst>
                <a:path w="58865" h="62675">
                  <a:moveTo>
                    <a:pt x="58865" y="0"/>
                  </a:moveTo>
                  <a:lnTo>
                    <a:pt x="0" y="62675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8" name="真实NPU环境实测 :: 实测板卡-引脚7-2">
              <a:extLst>
                <a:ext uri="{FF2B5EF4-FFF2-40B4-BE49-F238E27FC236}">
                  <ns2:creationId id="{26C21AD6-75EB-4DF1-B845-8494A0F4DAAB}"/>
                </a:ext>
              </a:extLst>
            </p:cNvPr>
            <p:cNvSpPr>
              <a:spLocks noGrp="1"/>
            </p:cNvSpPr>
            <p:nvPr/>
          </p:nvSpPr>
          <p:spPr>
            <a:xfrm>
              <a:off x="7397104" y="3078091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09" name="真实NPU环境实测 :: 实测板卡-引脚7-3">
              <a:extLst>
                <a:ext uri="{FF2B5EF4-FFF2-40B4-BE49-F238E27FC236}">
                  <ns2:creationId id="{B3002F34-C1DD-4EEF-BF65-0BA4C669A398}"/>
                </a:ext>
              </a:extLst>
            </p:cNvPr>
            <p:cNvSpPr>
              <a:spLocks noGrp="1"/>
            </p:cNvSpPr>
            <p:nvPr/>
          </p:nvSpPr>
          <p:spPr>
            <a:xfrm>
              <a:off x="8280071" y="3436231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0" name="真实NPU环境实测 :: 实测板卡-引脚8-0">
              <a:extLst>
                <a:ext uri="{FF2B5EF4-FFF2-40B4-BE49-F238E27FC236}">
                  <ns2:creationId id="{62378CC8-C533-4D6D-8879-0B6E08258DB8}"/>
                </a:ext>
              </a:extLst>
            </p:cNvPr>
            <p:cNvSpPr>
              <a:spLocks noGrp="1"/>
            </p:cNvSpPr>
            <p:nvPr/>
          </p:nvSpPr>
          <p:spPr>
            <a:xfrm>
              <a:off x="8532011" y="2892396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1" name="真实NPU环境实测 :: 实测板卡-引脚8-1">
              <a:extLst>
                <a:ext uri="{FF2B5EF4-FFF2-40B4-BE49-F238E27FC236}">
                  <ns2:creationId id="{1A6407D8-E13D-4B83-A0DA-7107E3EC4E33}"/>
                </a:ext>
              </a:extLst>
            </p:cNvPr>
            <p:cNvSpPr>
              <a:spLocks noGrp="1"/>
            </p:cNvSpPr>
            <p:nvPr/>
          </p:nvSpPr>
          <p:spPr>
            <a:xfrm>
              <a:off x="7931593" y="3531676"/>
              <a:ext cx="58865" cy="62674"/>
            </a:xfrm>
            <a:custGeom>
              <a:pathLst>
                <a:path w="58865" h="62674">
                  <a:moveTo>
                    <a:pt x="58865" y="0"/>
                  </a:moveTo>
                  <a:lnTo>
                    <a:pt x="0" y="6267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2" name="真实NPU环境实测 :: 实测板卡-引脚8-2">
              <a:extLst>
                <a:ext uri="{FF2B5EF4-FFF2-40B4-BE49-F238E27FC236}">
                  <ns2:creationId id="{65DA840F-1681-4DC9-98D4-E7CF2139627F}"/>
                </a:ext>
              </a:extLst>
            </p:cNvPr>
            <p:cNvSpPr>
              <a:spLocks noGrp="1"/>
            </p:cNvSpPr>
            <p:nvPr/>
          </p:nvSpPr>
          <p:spPr>
            <a:xfrm>
              <a:off x="7348835" y="3129484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3" name="真实NPU环境实测 :: 实测板卡-引脚8-3">
              <a:extLst>
                <a:ext uri="{FF2B5EF4-FFF2-40B4-BE49-F238E27FC236}">
                  <ns2:creationId id="{D91B6FF9-D3B2-46AD-A46A-A2975EED3E7F}"/>
                </a:ext>
              </a:extLst>
            </p:cNvPr>
            <p:cNvSpPr>
              <a:spLocks noGrp="1"/>
            </p:cNvSpPr>
            <p:nvPr/>
          </p:nvSpPr>
          <p:spPr>
            <a:xfrm>
              <a:off x="8231802" y="3487624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4" name="真实NPU环境实测 :: 实测板卡-引脚9-0">
              <a:extLst>
                <a:ext uri="{FF2B5EF4-FFF2-40B4-BE49-F238E27FC236}">
                  <ns2:creationId id="{C584F0A8-66B9-48B5-816C-1469EAB03A2F}"/>
                </a:ext>
              </a:extLst>
            </p:cNvPr>
            <p:cNvSpPr>
              <a:spLocks noGrp="1"/>
            </p:cNvSpPr>
            <p:nvPr/>
          </p:nvSpPr>
          <p:spPr>
            <a:xfrm>
              <a:off x="8604414" y="2921763"/>
              <a:ext cx="58864" cy="62674"/>
            </a:xfrm>
            <a:custGeom>
              <a:pathLst>
                <a:path w="58864" h="62674">
                  <a:moveTo>
                    <a:pt x="0" y="62674"/>
                  </a:moveTo>
                  <a:lnTo>
                    <a:pt x="58864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5" name="真实NPU环境实测 :: 实测板卡-引脚9-1">
              <a:extLst>
                <a:ext uri="{FF2B5EF4-FFF2-40B4-BE49-F238E27FC236}">
                  <ns2:creationId id="{AD799BB9-7710-4E8A-88C9-0CA5237187BB}"/>
                </a:ext>
              </a:extLst>
            </p:cNvPr>
            <p:cNvSpPr>
              <a:spLocks noGrp="1"/>
            </p:cNvSpPr>
            <p:nvPr/>
          </p:nvSpPr>
          <p:spPr>
            <a:xfrm>
              <a:off x="8003997" y="3561043"/>
              <a:ext cx="58865" cy="62674"/>
            </a:xfrm>
            <a:custGeom>
              <a:pathLst>
                <a:path w="58865" h="62674">
                  <a:moveTo>
                    <a:pt x="58865" y="0"/>
                  </a:moveTo>
                  <a:lnTo>
                    <a:pt x="0" y="6267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6" name="真实NPU环境实测 :: 实测板卡-引脚9-2">
              <a:extLst>
                <a:ext uri="{FF2B5EF4-FFF2-40B4-BE49-F238E27FC236}">
                  <ns2:creationId id="{87F8A183-6126-43CC-8456-299FEEB0F9D6}"/>
                </a:ext>
              </a:extLst>
            </p:cNvPr>
            <p:cNvSpPr>
              <a:spLocks noGrp="1"/>
            </p:cNvSpPr>
            <p:nvPr/>
          </p:nvSpPr>
          <p:spPr>
            <a:xfrm>
              <a:off x="7300566" y="3180878"/>
              <a:ext cx="88297" cy="35814"/>
            </a:xfrm>
            <a:custGeom>
              <a:pathLst>
                <a:path w="88297" h="35814">
                  <a:moveTo>
                    <a:pt x="88297" y="3581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7" name="真实NPU环境实测 :: 实测板卡-引脚9-3">
              <a:extLst>
                <a:ext uri="{FF2B5EF4-FFF2-40B4-BE49-F238E27FC236}">
                  <ns2:creationId id="{92790761-A995-4DE7-AB28-135BD464896F}"/>
                </a:ext>
              </a:extLst>
            </p:cNvPr>
            <p:cNvSpPr>
              <a:spLocks noGrp="1"/>
            </p:cNvSpPr>
            <p:nvPr/>
          </p:nvSpPr>
          <p:spPr>
            <a:xfrm>
              <a:off x="8183533" y="3539018"/>
              <a:ext cx="88297" cy="35814"/>
            </a:xfrm>
            <a:custGeom>
              <a:pathLst>
                <a:path w="88297" h="35814">
                  <a:moveTo>
                    <a:pt x="0" y="0"/>
                  </a:moveTo>
                  <a:lnTo>
                    <a:pt x="88297" y="35814"/>
                  </a:lnTo>
                </a:path>
              </a:pathLst>
            </a:custGeom>
            <a:noFill/>
            <a:ln w="15240">
              <a:solidFill>
                <a:srgbClr val="CFAB68"/>
              </a:solidFill>
            </a:ln>
          </p:spPr>
        </p:sp>
        <p:sp>
          <p:nvSpPr>
            <p:cNvPr id="118" name="真实NPU环境实测 :: 实测板卡-NPU芯片侧">
              <a:extLst>
                <a:ext uri="{FF2B5EF4-FFF2-40B4-BE49-F238E27FC236}">
                  <ns2:creationId id="{57C640D6-6E47-4623-A8F0-E1C02D2B07F6}"/>
                </a:ext>
              </a:extLst>
            </p:cNvPr>
            <p:cNvSpPr>
              <a:spLocks noGrp="1"/>
            </p:cNvSpPr>
            <p:nvPr/>
          </p:nvSpPr>
          <p:spPr>
            <a:xfrm>
              <a:off x="7882147" y="2586704"/>
              <a:ext cx="794671" cy="1032281"/>
            </a:xfrm>
            <a:custGeom>
              <a:pathLst>
                <a:path w="794671" h="1032281">
                  <a:moveTo>
                    <a:pt x="0" y="0"/>
                  </a:moveTo>
                  <a:lnTo>
                    <a:pt x="794671" y="322326"/>
                  </a:lnTo>
                  <a:lnTo>
                    <a:pt x="253117" y="898931"/>
                  </a:lnTo>
                  <a:lnTo>
                    <a:pt x="253117" y="1032281"/>
                  </a:lnTo>
                  <a:lnTo>
                    <a:pt x="794671" y="455676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92D2E"/>
            </a:solidFill>
            <a:ln w="9525">
              <a:solidFill>
                <a:srgbClr val="24282B"/>
              </a:solidFill>
            </a:ln>
          </p:spPr>
        </p:sp>
        <p:sp>
          <p:nvSpPr>
            <p:cNvPr id="119" name="真实NPU环境实测 :: 实测板卡-NPU芯片">
              <a:extLst>
                <a:ext uri="{FF2B5EF4-FFF2-40B4-BE49-F238E27FC236}">
                  <ns2:creationId id="{EAF6EE47-EFE5-440D-B8AE-0E1897FA4011}"/>
                </a:ext>
              </a:extLst>
            </p:cNvPr>
            <p:cNvSpPr>
              <a:spLocks noGrp="1"/>
            </p:cNvSpPr>
            <p:nvPr/>
          </p:nvSpPr>
          <p:spPr>
            <a:xfrm>
              <a:off x="7340594" y="2586704"/>
              <a:ext cx="1336224" cy="898931"/>
            </a:xfrm>
            <a:custGeom>
              <a:pathLst>
                <a:path w="1336224" h="898931">
                  <a:moveTo>
                    <a:pt x="541553" y="0"/>
                  </a:moveTo>
                  <a:lnTo>
                    <a:pt x="1336224" y="322326"/>
                  </a:lnTo>
                  <a:lnTo>
                    <a:pt x="794671" y="898931"/>
                  </a:lnTo>
                  <a:lnTo>
                    <a:pt x="0" y="576605"/>
                  </a:lnTo>
                  <a:close/>
                </a:path>
              </a:pathLst>
            </a:custGeom>
            <a:gradFill>
              <a:gsLst>
                <a:gs pos="0">
                  <a:srgbClr val="F0E9DC"/>
                </a:gs>
                <a:gs pos="100000">
                  <a:srgbClr val="B6ADA0"/>
                </a:gs>
              </a:gsLst>
              <a:lin ang="5400000"/>
            </a:gradFill>
            <a:ln w="12383">
              <a:solidFill>
                <a:srgbClr val="24282B"/>
              </a:solidFill>
            </a:ln>
          </p:spPr>
        </p:sp>
        <p:sp>
          <p:nvSpPr>
            <p:cNvPr id="120" name="真实NPU环境实测 :: 实测板卡-NPU字样">
              <a:extLst>
                <a:ext uri="{FF2B5EF4-FFF2-40B4-BE49-F238E27FC236}">
                  <ns2:creationId id="{61ECFDBD-64EE-4262-98FD-CAF51D46DF66}"/>
                </a:ext>
              </a:extLst>
            </p:cNvPr>
            <p:cNvSpPr>
              <a:spLocks noGrp="1"/>
            </p:cNvSpPr>
            <p:nvPr/>
          </p:nvSpPr>
          <p:spPr>
            <a:xfrm rot="1324676">
              <a:off x="7605484" y="2815914"/>
              <a:ext cx="824103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202" b="1">
                  <a:solidFill>
                    <a:srgbClr val="5A514A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202" b="1">
                  <a:solidFill>
                    <a:srgbClr val="5A514A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02" b="1">
                  <a:solidFill>
                    <a:srgbClr val="5A514A"/>
                  </a:solidFill>
                  <a:latin typeface="Microsoft YaHei"/>
                  <a:ea typeface="Microsoft YaHei"/>
                  <a:cs typeface="Microsoft YaHei"/>
                </a:rPr>
                <a:t>NPU</a:t>
              </a:r>
            </a:p>
          </p:txBody>
        </p:sp>
        <p:sp>
          <p:nvSpPr>
            <p:cNvPr id="121" name="真实NPU环境实测 :: 实测主标签">
              <a:extLst>
                <a:ext uri="{FF2B5EF4-FFF2-40B4-BE49-F238E27FC236}">
                  <ns2:creationId id="{F6C76EFF-7810-4BB1-8DA8-CF96E63787A6}"/>
                </a:ext>
              </a:extLst>
            </p:cNvPr>
            <p:cNvSpPr>
              <a:spLocks noGrp="1"/>
            </p:cNvSpPr>
            <p:nvPr/>
          </p:nvSpPr>
          <p:spPr>
            <a:xfrm>
              <a:off x="6496050" y="4486275"/>
              <a:ext cx="300037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4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4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环境实测</a:t>
              </a:r>
            </a:p>
          </p:txBody>
        </p:sp>
        <p:sp>
          <p:nvSpPr>
            <p:cNvPr id="122" name="真实NPU环境实测 :: 实测说明">
              <a:extLst>
                <a:ext uri="{FF2B5EF4-FFF2-40B4-BE49-F238E27FC236}">
                  <ns2:creationId id="{C080679F-13A3-4E61-9755-A4E13163929C}"/>
                </a:ext>
              </a:extLst>
            </p:cNvPr>
            <p:cNvSpPr>
              <a:spLocks noGrp="1"/>
            </p:cNvSpPr>
            <p:nvPr/>
          </p:nvSpPr>
          <p:spPr>
            <a:xfrm>
              <a:off x="6496050" y="4972050"/>
              <a:ext cx="30003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真实NPU运行</a:t>
              </a:r>
            </a:p>
          </p:txBody>
        </p:sp>
      </p:grpSp>
      <p:grpSp>
        <p:nvGrpSpPr>
          <p:cNvPr id="181" name="成功判断"/>
          <p:cNvGrpSpPr/>
          <p:nvPr/>
        </p:nvGrpSpPr>
        <p:grpSpPr>
          <a:xfrm>
            <a:off x="9944100" y="2543175"/>
            <a:ext cx="1485900" cy="1485900"/>
            <a:chOff x="9944100" y="2543175"/>
            <a:chExt cx="1485900" cy="1485900"/>
          </a:xfrm>
        </p:grpSpPr>
        <p:sp>
          <p:nvSpPr>
            <p:cNvPr id="123" name="成功判断 :: 判断菱形">
              <a:extLst>
                <a:ext uri="{FF2B5EF4-FFF2-40B4-BE49-F238E27FC236}">
                  <ns2:creationId id="{1D3F67FE-06CD-4701-825A-F4409B805DEA}"/>
                </a:ext>
              </a:extLst>
            </p:cNvPr>
            <p:cNvSpPr>
              <a:spLocks noGrp="1"/>
            </p:cNvSpPr>
            <p:nvPr/>
          </p:nvSpPr>
          <p:spPr>
            <a:xfrm>
              <a:off x="9944100" y="2543175"/>
              <a:ext cx="1485900" cy="1485900"/>
            </a:xfrm>
            <a:prstGeom prst="diamond">
              <a:avLst/>
            </a:prstGeom>
            <a:solidFill>
              <a:srgbClr val="FBECE6"/>
            </a:solidFill>
            <a:ln w="33338">
              <a:solidFill>
                <a:srgbClr val="C3422C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5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5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5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成功？</a:t>
              </a:r>
            </a:p>
          </p:txBody>
        </p:sp>
      </p:grpSp>
      <p:grpSp>
        <p:nvGrpSpPr>
          <p:cNvPr id="182" name="Profiling数据输出"/>
          <p:cNvGrpSpPr/>
          <p:nvPr/>
        </p:nvGrpSpPr>
        <p:grpSpPr>
          <a:xfrm>
            <a:off x="11963400" y="2028825"/>
            <a:ext cx="3114675" cy="3324225"/>
            <a:chOff x="11963400" y="2028825"/>
            <a:chExt cx="3114675" cy="3324225"/>
          </a:xfrm>
        </p:grpSpPr>
        <p:sp>
          <p:nvSpPr>
            <p:cNvPr id="124" name="Profiling数据输出 :: 文档外框">
              <a:extLst>
                <a:ext uri="{FF2B5EF4-FFF2-40B4-BE49-F238E27FC236}">
                  <ns2:creationId id="{D151639A-1A88-4631-BF3E-27C335375DB8}"/>
                </a:ext>
              </a:extLst>
            </p:cNvPr>
            <p:cNvSpPr>
              <a:spLocks noGrp="1"/>
            </p:cNvSpPr>
            <p:nvPr/>
          </p:nvSpPr>
          <p:spPr>
            <a:xfrm>
              <a:off x="12639675" y="2028825"/>
              <a:ext cx="1457325" cy="1952625"/>
            </a:xfrm>
            <a:custGeom>
              <a:pathLst>
                <a:path w="1457325" h="1952625">
                  <a:moveTo>
                    <a:pt x="0" y="0"/>
                  </a:moveTo>
                  <a:lnTo>
                    <a:pt x="1165860" y="0"/>
                  </a:lnTo>
                  <a:lnTo>
                    <a:pt x="1457325" y="291465"/>
                  </a:lnTo>
                  <a:lnTo>
                    <a:pt x="1457325" y="1952625"/>
                  </a:lnTo>
                  <a:lnTo>
                    <a:pt x="0" y="19526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3422C"/>
              </a:solidFill>
            </a:ln>
          </p:spPr>
        </p:sp>
        <p:sp>
          <p:nvSpPr>
            <p:cNvPr id="125" name="Profiling数据输出 :: 文档折角">
              <a:extLst>
                <a:ext uri="{FF2B5EF4-FFF2-40B4-BE49-F238E27FC236}">
                  <ns2:creationId id="{097B28DC-9159-4916-9ECD-C811319E0B53}"/>
                </a:ext>
              </a:extLst>
            </p:cNvPr>
            <p:cNvSpPr>
              <a:spLocks noGrp="1"/>
            </p:cNvSpPr>
            <p:nvPr/>
          </p:nvSpPr>
          <p:spPr>
            <a:xfrm>
              <a:off x="13805535" y="2028825"/>
              <a:ext cx="291465" cy="291465"/>
            </a:xfrm>
            <a:custGeom>
              <a:pathLst>
                <a:path w="291465" h="291465">
                  <a:moveTo>
                    <a:pt x="0" y="0"/>
                  </a:moveTo>
                  <a:lnTo>
                    <a:pt x="0" y="291465"/>
                  </a:lnTo>
                  <a:lnTo>
                    <a:pt x="291465" y="291465"/>
                  </a:lnTo>
                  <a:close/>
                </a:path>
              </a:pathLst>
            </a:custGeom>
            <a:solidFill>
              <a:srgbClr val="FBECE6"/>
            </a:solidFill>
            <a:ln w="14288">
              <a:solidFill>
                <a:srgbClr val="C3422C"/>
              </a:solidFill>
            </a:ln>
          </p:spPr>
        </p:sp>
        <p:sp>
          <p:nvSpPr>
            <p:cNvPr id="126" name="Profiling数据输出 :: CSV标题底色">
              <a:extLst>
                <a:ext uri="{FF2B5EF4-FFF2-40B4-BE49-F238E27FC236}">
                  <ns2:creationId id="{372C7FCA-2965-4E18-989B-43756FCFB3EF}"/>
                </a:ext>
              </a:extLst>
            </p:cNvPr>
            <p:cNvSpPr>
              <a:spLocks noGrp="1"/>
            </p:cNvSpPr>
            <p:nvPr/>
          </p:nvSpPr>
          <p:spPr>
            <a:xfrm>
              <a:off x="12592050" y="2266950"/>
              <a:ext cx="1122140" cy="409575"/>
            </a:xfrm>
            <a:prstGeom prst="roundRect">
              <a:avLst>
                <a:gd name="adj" fmla="val 13953"/>
              </a:avLst>
            </a:prstGeom>
            <a:solidFill>
              <a:srgbClr val="C3422C"/>
            </a:solidFill>
            <a:ln w="0">
              <a:noFill/>
              <a:prstDash val="solid"/>
            </a:ln>
          </p:spPr>
        </p:sp>
        <p:sp>
          <p:nvSpPr>
            <p:cNvPr id="127" name="Profiling数据输出 :: CSV字样">
              <a:extLst>
                <a:ext uri="{FF2B5EF4-FFF2-40B4-BE49-F238E27FC236}">
                  <ns2:creationId id="{E714F6DC-23E3-40FB-AEED-C4AB28F2F515}"/>
                </a:ext>
              </a:extLst>
            </p:cNvPr>
            <p:cNvSpPr>
              <a:spLocks noGrp="1"/>
            </p:cNvSpPr>
            <p:nvPr/>
          </p:nvSpPr>
          <p:spPr>
            <a:xfrm>
              <a:off x="12715875" y="2257425"/>
              <a:ext cx="947261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1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1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CSV</a:t>
              </a:r>
            </a:p>
          </p:txBody>
        </p:sp>
        <p:sp>
          <p:nvSpPr>
            <p:cNvPr id="128" name="Profiling数据输出 :: CSV单元格0-0">
              <a:extLst>
                <a:ext uri="{FF2B5EF4-FFF2-40B4-BE49-F238E27FC236}">
                  <ns2:creationId id="{241FD008-5459-43A7-816D-63F4801EF08C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28575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29" name="Profiling数据输出 :: CSV单元格0-1">
              <a:extLst>
                <a:ext uri="{FF2B5EF4-FFF2-40B4-BE49-F238E27FC236}">
                  <ns2:creationId id="{E4CA8F13-85D3-4566-87FE-E949F143A9FF}"/>
                </a:ext>
              </a:extLst>
            </p:cNvPr>
            <p:cNvSpPr>
              <a:spLocks noGrp="1"/>
            </p:cNvSpPr>
            <p:nvPr/>
          </p:nvSpPr>
          <p:spPr>
            <a:xfrm>
              <a:off x="13146310" y="28575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30" name="Profiling数据输出 :: CSV单元格0-2">
              <a:extLst>
                <a:ext uri="{FF2B5EF4-FFF2-40B4-BE49-F238E27FC236}">
                  <ns2:creationId id="{BBFA89DC-3472-40F9-94B8-5FE7D1896FA3}"/>
                </a:ext>
              </a:extLst>
            </p:cNvPr>
            <p:cNvSpPr>
              <a:spLocks noGrp="1"/>
            </p:cNvSpPr>
            <p:nvPr/>
          </p:nvSpPr>
          <p:spPr>
            <a:xfrm>
              <a:off x="13481495" y="28575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31" name="Profiling数据输出 :: CSV单元格1-0">
              <a:extLst>
                <a:ext uri="{FF2B5EF4-FFF2-40B4-BE49-F238E27FC236}">
                  <ns2:creationId id="{258C19FA-CE52-4C93-9A94-D1A9F9F81F07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30099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32" name="Profiling数据输出 :: CSV单元格1-1">
              <a:extLst>
                <a:ext uri="{FF2B5EF4-FFF2-40B4-BE49-F238E27FC236}">
                  <ns2:creationId id="{5D5ACA18-128D-4428-8503-BDAFD5DF1B3B}"/>
                </a:ext>
              </a:extLst>
            </p:cNvPr>
            <p:cNvSpPr>
              <a:spLocks noGrp="1"/>
            </p:cNvSpPr>
            <p:nvPr/>
          </p:nvSpPr>
          <p:spPr>
            <a:xfrm>
              <a:off x="13146310" y="30099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33" name="Profiling数据输出 :: CSV单元格1-2">
              <a:extLst>
                <a:ext uri="{FF2B5EF4-FFF2-40B4-BE49-F238E27FC236}">
                  <ns2:creationId id="{D9362CAA-57FB-40E4-A6FF-5A070230AC5F}"/>
                </a:ext>
              </a:extLst>
            </p:cNvPr>
            <p:cNvSpPr>
              <a:spLocks noGrp="1"/>
            </p:cNvSpPr>
            <p:nvPr/>
          </p:nvSpPr>
          <p:spPr>
            <a:xfrm>
              <a:off x="13481495" y="30099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34" name="Profiling数据输出 :: CSV单元格2-0">
              <a:extLst>
                <a:ext uri="{FF2B5EF4-FFF2-40B4-BE49-F238E27FC236}">
                  <ns2:creationId id="{E01B7414-2ECA-408A-A70A-EAF486BC352A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31623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35" name="Profiling数据输出 :: CSV单元格2-1">
              <a:extLst>
                <a:ext uri="{FF2B5EF4-FFF2-40B4-BE49-F238E27FC236}">
                  <ns2:creationId id="{1201FC83-E03E-43A0-B089-CF9D6F0F84E0}"/>
                </a:ext>
              </a:extLst>
            </p:cNvPr>
            <p:cNvSpPr>
              <a:spLocks noGrp="1"/>
            </p:cNvSpPr>
            <p:nvPr/>
          </p:nvSpPr>
          <p:spPr>
            <a:xfrm>
              <a:off x="13146310" y="31623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36" name="Profiling数据输出 :: CSV单元格2-2">
              <a:extLst>
                <a:ext uri="{FF2B5EF4-FFF2-40B4-BE49-F238E27FC236}">
                  <ns2:creationId id="{64BE578C-F451-4791-BAB3-406845E8F649}"/>
                </a:ext>
              </a:extLst>
            </p:cNvPr>
            <p:cNvSpPr>
              <a:spLocks noGrp="1"/>
            </p:cNvSpPr>
            <p:nvPr/>
          </p:nvSpPr>
          <p:spPr>
            <a:xfrm>
              <a:off x="13481495" y="31623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37" name="Profiling数据输出 :: CSV单元格3-0">
              <a:extLst>
                <a:ext uri="{FF2B5EF4-FFF2-40B4-BE49-F238E27FC236}">
                  <ns2:creationId id="{56117724-8AB7-4FAA-BCE8-9D205AA52C5E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33147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38" name="Profiling数据输出 :: CSV单元格3-1">
              <a:extLst>
                <a:ext uri="{FF2B5EF4-FFF2-40B4-BE49-F238E27FC236}">
                  <ns2:creationId id="{973BC3C0-F323-46DB-852F-A22932CDFE84}"/>
                </a:ext>
              </a:extLst>
            </p:cNvPr>
            <p:cNvSpPr>
              <a:spLocks noGrp="1"/>
            </p:cNvSpPr>
            <p:nvPr/>
          </p:nvSpPr>
          <p:spPr>
            <a:xfrm>
              <a:off x="13146310" y="33147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39" name="Profiling数据输出 :: CSV单元格3-2">
              <a:extLst>
                <a:ext uri="{FF2B5EF4-FFF2-40B4-BE49-F238E27FC236}">
                  <ns2:creationId id="{4483F2F3-65F1-496D-8467-0C2FD339727C}"/>
                </a:ext>
              </a:extLst>
            </p:cNvPr>
            <p:cNvSpPr>
              <a:spLocks noGrp="1"/>
            </p:cNvSpPr>
            <p:nvPr/>
          </p:nvSpPr>
          <p:spPr>
            <a:xfrm>
              <a:off x="13481495" y="33147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40" name="Profiling数据输出 :: CSV单元格4-0">
              <a:extLst>
                <a:ext uri="{FF2B5EF4-FFF2-40B4-BE49-F238E27FC236}">
                  <ns2:creationId id="{481FA126-38C4-40E7-83A0-1E76E3387A56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34671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41" name="Profiling数据输出 :: CSV单元格4-1">
              <a:extLst>
                <a:ext uri="{FF2B5EF4-FFF2-40B4-BE49-F238E27FC236}">
                  <ns2:creationId id="{7E08A82D-8570-441E-AE4F-CC0686D4BDAC}"/>
                </a:ext>
              </a:extLst>
            </p:cNvPr>
            <p:cNvSpPr>
              <a:spLocks noGrp="1"/>
            </p:cNvSpPr>
            <p:nvPr/>
          </p:nvSpPr>
          <p:spPr>
            <a:xfrm>
              <a:off x="13146310" y="34671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42" name="Profiling数据输出 :: CSV单元格4-2">
              <a:extLst>
                <a:ext uri="{FF2B5EF4-FFF2-40B4-BE49-F238E27FC236}">
                  <ns2:creationId id="{1E8A84AB-9CC3-4FAD-B9E5-08D040E1E003}"/>
                </a:ext>
              </a:extLst>
            </p:cNvPr>
            <p:cNvSpPr>
              <a:spLocks noGrp="1"/>
            </p:cNvSpPr>
            <p:nvPr/>
          </p:nvSpPr>
          <p:spPr>
            <a:xfrm>
              <a:off x="13481495" y="3467100"/>
              <a:ext cx="291465" cy="76200"/>
            </a:xfrm>
            <a:prstGeom prst="rect">
              <a:avLst/>
            </a:prstGeom>
            <a:solidFill>
              <a:srgbClr val="EEEEEE"/>
            </a:solidFill>
            <a:ln w="0">
              <a:noFill/>
              <a:prstDash val="solid"/>
            </a:ln>
          </p:spPr>
        </p:sp>
        <p:sp>
          <p:nvSpPr>
            <p:cNvPr id="143" name="Profiling数据输出 :: CSV单元格5-0">
              <a:extLst>
                <a:ext uri="{FF2B5EF4-FFF2-40B4-BE49-F238E27FC236}">
                  <ns2:creationId id="{566891EB-7AED-4507-B83A-F799E716BFE8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36195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44" name="Profiling数据输出 :: CSV单元格5-1">
              <a:extLst>
                <a:ext uri="{FF2B5EF4-FFF2-40B4-BE49-F238E27FC236}">
                  <ns2:creationId id="{C1AAAE0A-6FB9-46A3-913E-7C18DEC9A555}"/>
                </a:ext>
              </a:extLst>
            </p:cNvPr>
            <p:cNvSpPr>
              <a:spLocks noGrp="1"/>
            </p:cNvSpPr>
            <p:nvPr/>
          </p:nvSpPr>
          <p:spPr>
            <a:xfrm>
              <a:off x="13146310" y="36195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45" name="Profiling数据输出 :: CSV单元格5-2">
              <a:extLst>
                <a:ext uri="{FF2B5EF4-FFF2-40B4-BE49-F238E27FC236}">
                  <ns2:creationId id="{0668C059-322B-4A40-85B1-E12EE748174B}"/>
                </a:ext>
              </a:extLst>
            </p:cNvPr>
            <p:cNvSpPr>
              <a:spLocks noGrp="1"/>
            </p:cNvSpPr>
            <p:nvPr/>
          </p:nvSpPr>
          <p:spPr>
            <a:xfrm>
              <a:off x="13481495" y="3619500"/>
              <a:ext cx="291465" cy="76200"/>
            </a:xfrm>
            <a:prstGeom prst="rect">
              <a:avLst/>
            </a:prstGeom>
            <a:solidFill>
              <a:srgbClr val="DBDBDB"/>
            </a:solidFill>
            <a:ln w="0">
              <a:noFill/>
              <a:prstDash val="solid"/>
            </a:ln>
          </p:spPr>
        </p:sp>
        <p:sp>
          <p:nvSpPr>
            <p:cNvPr id="146" name="Profiling数据输出 :: 缩略流水图外框">
              <a:extLst>
                <a:ext uri="{FF2B5EF4-FFF2-40B4-BE49-F238E27FC236}">
                  <ns2:creationId id="{5D23601B-E516-43B0-A1CA-1438FBE5F160}"/>
                </a:ext>
              </a:extLst>
            </p:cNvPr>
            <p:cNvSpPr>
              <a:spLocks noGrp="1"/>
            </p:cNvSpPr>
            <p:nvPr/>
          </p:nvSpPr>
          <p:spPr>
            <a:xfrm>
              <a:off x="13201650" y="3171825"/>
              <a:ext cx="1704975" cy="10287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6193">
              <a:solidFill>
                <a:srgbClr val="C3422C"/>
              </a:solidFill>
              <a:prstDash val="solid"/>
            </a:ln>
          </p:spPr>
        </p:sp>
        <p:sp>
          <p:nvSpPr>
            <p:cNvPr id="147" name="Profiling数据输出 :: 缩略刻度0">
              <a:extLst>
                <a:ext uri="{FF2B5EF4-FFF2-40B4-BE49-F238E27FC236}">
                  <ns2:creationId id="{046393AF-6666-44AF-93C0-5A19D7F85A03}"/>
                </a:ext>
              </a:extLst>
            </p:cNvPr>
            <p:cNvSpPr>
              <a:spLocks noGrp="1"/>
            </p:cNvSpPr>
            <p:nvPr/>
          </p:nvSpPr>
          <p:spPr>
            <a:xfrm>
              <a:off x="13363575" y="3286125"/>
              <a:ext cx="0" cy="809625"/>
            </a:xfrm>
            <a:prstGeom prst="line">
              <a:avLst/>
            </a:prstGeom>
            <a:noFill/>
            <a:ln w="9525">
              <a:solidFill>
                <a:srgbClr val="E3A896"/>
              </a:solidFill>
              <a:prstDash val="dash"/>
            </a:ln>
          </p:spPr>
        </p:sp>
        <p:sp>
          <p:nvSpPr>
            <p:cNvPr id="148" name="Profiling数据输出 :: 缩略刻度1">
              <a:extLst>
                <a:ext uri="{FF2B5EF4-FFF2-40B4-BE49-F238E27FC236}">
                  <ns2:creationId id="{CD38CCED-4711-4273-BB7C-19886E78C067}"/>
                </a:ext>
              </a:extLst>
            </p:cNvPr>
            <p:cNvSpPr>
              <a:spLocks noGrp="1"/>
            </p:cNvSpPr>
            <p:nvPr/>
          </p:nvSpPr>
          <p:spPr>
            <a:xfrm>
              <a:off x="13706475" y="3286125"/>
              <a:ext cx="0" cy="809625"/>
            </a:xfrm>
            <a:prstGeom prst="line">
              <a:avLst/>
            </a:prstGeom>
            <a:noFill/>
            <a:ln w="9525">
              <a:solidFill>
                <a:srgbClr val="E3A896"/>
              </a:solidFill>
              <a:prstDash val="dash"/>
            </a:ln>
          </p:spPr>
        </p:sp>
        <p:sp>
          <p:nvSpPr>
            <p:cNvPr id="149" name="Profiling数据输出 :: 缩略刻度2">
              <a:extLst>
                <a:ext uri="{FF2B5EF4-FFF2-40B4-BE49-F238E27FC236}">
                  <ns2:creationId id="{52110527-6E15-46DD-A414-C5D124457146}"/>
                </a:ext>
              </a:extLst>
            </p:cNvPr>
            <p:cNvSpPr>
              <a:spLocks noGrp="1"/>
            </p:cNvSpPr>
            <p:nvPr/>
          </p:nvSpPr>
          <p:spPr>
            <a:xfrm>
              <a:off x="14049375" y="3286125"/>
              <a:ext cx="0" cy="809625"/>
            </a:xfrm>
            <a:prstGeom prst="line">
              <a:avLst/>
            </a:prstGeom>
            <a:noFill/>
            <a:ln w="9525">
              <a:solidFill>
                <a:srgbClr val="E3A896"/>
              </a:solidFill>
              <a:prstDash val="dash"/>
            </a:ln>
          </p:spPr>
        </p:sp>
        <p:sp>
          <p:nvSpPr>
            <p:cNvPr id="150" name="Profiling数据输出 :: 缩略刻度3">
              <a:extLst>
                <a:ext uri="{FF2B5EF4-FFF2-40B4-BE49-F238E27FC236}">
                  <ns2:creationId id="{218D6124-4C7C-41EB-AD3E-28B6C52EBAFD}"/>
                </a:ext>
              </a:extLst>
            </p:cNvPr>
            <p:cNvSpPr>
              <a:spLocks noGrp="1"/>
            </p:cNvSpPr>
            <p:nvPr/>
          </p:nvSpPr>
          <p:spPr>
            <a:xfrm>
              <a:off x="14392275" y="3286125"/>
              <a:ext cx="0" cy="809625"/>
            </a:xfrm>
            <a:prstGeom prst="line">
              <a:avLst/>
            </a:prstGeom>
            <a:noFill/>
            <a:ln w="9525">
              <a:solidFill>
                <a:srgbClr val="E3A896"/>
              </a:solidFill>
              <a:prstDash val="dash"/>
            </a:ln>
          </p:spPr>
        </p:sp>
        <p:sp>
          <p:nvSpPr>
            <p:cNvPr id="151" name="Profiling数据输出 :: 缩略刻度4">
              <a:extLst>
                <a:ext uri="{FF2B5EF4-FFF2-40B4-BE49-F238E27FC236}">
                  <ns2:creationId id="{2B530221-96CB-4042-9351-5850283FBB8C}"/>
                </a:ext>
              </a:extLst>
            </p:cNvPr>
            <p:cNvSpPr>
              <a:spLocks noGrp="1"/>
            </p:cNvSpPr>
            <p:nvPr/>
          </p:nvSpPr>
          <p:spPr>
            <a:xfrm>
              <a:off x="14735175" y="3286125"/>
              <a:ext cx="0" cy="809625"/>
            </a:xfrm>
            <a:prstGeom prst="line">
              <a:avLst/>
            </a:prstGeom>
            <a:noFill/>
            <a:ln w="9525">
              <a:solidFill>
                <a:srgbClr val="E3A896"/>
              </a:solidFill>
              <a:prstDash val="dash"/>
            </a:ln>
          </p:spPr>
        </p:sp>
        <p:sp>
          <p:nvSpPr>
            <p:cNvPr id="152" name="Profiling数据输出 :: 缩略流水块0">
              <a:extLst>
                <a:ext uri="{FF2B5EF4-FFF2-40B4-BE49-F238E27FC236}">
                  <ns2:creationId id="{FE06157B-3DE3-4BF6-A944-D4F19A77E657}"/>
                </a:ext>
              </a:extLst>
            </p:cNvPr>
            <p:cNvSpPr>
              <a:spLocks noGrp="1"/>
            </p:cNvSpPr>
            <p:nvPr/>
          </p:nvSpPr>
          <p:spPr>
            <a:xfrm>
              <a:off x="13363575" y="3314700"/>
              <a:ext cx="350044" cy="114300"/>
            </a:xfrm>
            <a:prstGeom prst="rect">
              <a:avLst/>
            </a:prstGeom>
            <a:solidFill>
              <a:srgbClr val="F0A08A"/>
            </a:solidFill>
            <a:ln w="0">
              <a:noFill/>
              <a:prstDash val="solid"/>
            </a:ln>
          </p:spPr>
        </p:sp>
        <p:sp>
          <p:nvSpPr>
            <p:cNvPr id="153" name="Profiling数据输出 :: 缩略流水块1">
              <a:extLst>
                <a:ext uri="{FF2B5EF4-FFF2-40B4-BE49-F238E27FC236}">
                  <ns2:creationId id="{6829E4BC-FD67-4781-B396-4B6D3028C745}"/>
                </a:ext>
              </a:extLst>
            </p:cNvPr>
            <p:cNvSpPr>
              <a:spLocks noGrp="1"/>
            </p:cNvSpPr>
            <p:nvPr/>
          </p:nvSpPr>
          <p:spPr>
            <a:xfrm>
              <a:off x="13599795" y="3448050"/>
              <a:ext cx="350044" cy="114300"/>
            </a:xfrm>
            <a:prstGeom prst="rect">
              <a:avLst/>
            </a:prstGeom>
            <a:solidFill>
              <a:srgbClr val="DC6B52"/>
            </a:solidFill>
            <a:ln w="0">
              <a:noFill/>
              <a:prstDash val="solid"/>
            </a:ln>
          </p:spPr>
        </p:sp>
        <p:sp>
          <p:nvSpPr>
            <p:cNvPr id="154" name="Profiling数据输出 :: 缩略流水块2">
              <a:extLst>
                <a:ext uri="{FF2B5EF4-FFF2-40B4-BE49-F238E27FC236}">
                  <ns2:creationId id="{32760F41-5E53-4F7D-8363-1CA37C88990F}"/>
                </a:ext>
              </a:extLst>
            </p:cNvPr>
            <p:cNvSpPr>
              <a:spLocks noGrp="1"/>
            </p:cNvSpPr>
            <p:nvPr/>
          </p:nvSpPr>
          <p:spPr>
            <a:xfrm>
              <a:off x="13836015" y="3581400"/>
              <a:ext cx="350044" cy="114300"/>
            </a:xfrm>
            <a:prstGeom prst="rect">
              <a:avLst/>
            </a:prstGeom>
            <a:solidFill>
              <a:srgbClr val="F0A08A"/>
            </a:solidFill>
            <a:ln w="0">
              <a:noFill/>
              <a:prstDash val="solid"/>
            </a:ln>
          </p:spPr>
        </p:sp>
        <p:sp>
          <p:nvSpPr>
            <p:cNvPr id="155" name="Profiling数据输出 :: 缩略流水块3">
              <a:extLst>
                <a:ext uri="{FF2B5EF4-FFF2-40B4-BE49-F238E27FC236}">
                  <ns2:creationId id="{3A239001-F4FD-441D-B8CD-F19F94C2AA76}"/>
                </a:ext>
              </a:extLst>
            </p:cNvPr>
            <p:cNvSpPr>
              <a:spLocks noGrp="1"/>
            </p:cNvSpPr>
            <p:nvPr/>
          </p:nvSpPr>
          <p:spPr>
            <a:xfrm>
              <a:off x="14072235" y="3714750"/>
              <a:ext cx="350044" cy="114300"/>
            </a:xfrm>
            <a:prstGeom prst="rect">
              <a:avLst/>
            </a:prstGeom>
            <a:solidFill>
              <a:srgbClr val="DC6B52"/>
            </a:solidFill>
            <a:ln w="0">
              <a:noFill/>
              <a:prstDash val="solid"/>
            </a:ln>
          </p:spPr>
        </p:sp>
        <p:sp>
          <p:nvSpPr>
            <p:cNvPr id="156" name="Profiling数据输出 :: 缩略流水块4">
              <a:extLst>
                <a:ext uri="{FF2B5EF4-FFF2-40B4-BE49-F238E27FC236}">
                  <ns2:creationId id="{190F99BD-CCA7-4DF2-9B00-26D0260B6A6B}"/>
                </a:ext>
              </a:extLst>
            </p:cNvPr>
            <p:cNvSpPr>
              <a:spLocks noGrp="1"/>
            </p:cNvSpPr>
            <p:nvPr/>
          </p:nvSpPr>
          <p:spPr>
            <a:xfrm>
              <a:off x="14308455" y="3848100"/>
              <a:ext cx="350044" cy="114300"/>
            </a:xfrm>
            <a:prstGeom prst="rect">
              <a:avLst/>
            </a:prstGeom>
            <a:solidFill>
              <a:srgbClr val="F0A08A"/>
            </a:solidFill>
            <a:ln w="0">
              <a:noFill/>
              <a:prstDash val="solid"/>
            </a:ln>
          </p:spPr>
        </p:sp>
        <p:sp>
          <p:nvSpPr>
            <p:cNvPr id="157" name="Profiling数据输出 :: 输出标签">
              <a:extLst>
                <a:ext uri="{FF2B5EF4-FFF2-40B4-BE49-F238E27FC236}">
                  <ns2:creationId id="{B3112A5E-4D1E-4BE3-BC3E-E886FC8B7A06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4486275"/>
              <a:ext cx="2943225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2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2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生成Profiling数据</a:t>
              </a:r>
            </a:p>
          </p:txBody>
        </p:sp>
        <p:sp>
          <p:nvSpPr>
            <p:cNvPr id="158" name="Profiling数据输出 :: 输出说明">
              <a:extLst>
                <a:ext uri="{FF2B5EF4-FFF2-40B4-BE49-F238E27FC236}">
                  <ns2:creationId id="{34161ECD-CA67-4017-9C70-D3303A5C24A6}"/>
                </a:ext>
              </a:extLst>
            </p:cNvPr>
            <p:cNvSpPr>
              <a:spLocks noGrp="1"/>
            </p:cNvSpPr>
            <p:nvPr/>
          </p:nvSpPr>
          <p:spPr>
            <a:xfrm>
              <a:off x="11963400" y="4972050"/>
              <a:ext cx="31146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8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每核每阶段CSV与流水图</a:t>
              </a:r>
            </a:p>
          </p:txBody>
        </p:sp>
      </p:grpSp>
      <p:cxnSp>
        <p:nvCxnSpPr>
          <p:cNvPr id="159" name="源码到Skill">
            <a:extLst>
              <a:ext uri="{FF2B5EF4-FFF2-40B4-BE49-F238E27FC236}">
                <ns2:creationId id="{BF9ACADA-0774-4F2E-9FE1-3086A4F1D133}"/>
              </a:ext>
            </a:extLst>
          </p:cNvPr>
          <p:cNvCxnSpPr/>
          <p:nvPr/>
        </p:nvCxnSpPr>
        <p:spPr>
          <a:xfrm>
            <a:off x="3105150" y="3286125"/>
            <a:ext cx="676275" cy="0"/>
          </a:xfrm>
          <a:prstGeom prst="straightConnector1">
            <a:avLst/>
          </a:prstGeom>
          <a:ln w="61913">
            <a:solidFill>
              <a:srgbClr val="C3422C"/>
            </a:solidFill>
            <a:prstDash val="solid"/>
            <a:tailEnd type="triangle" w="med" len="med"/>
          </a:ln>
        </p:spPr>
      </p:cxnSp>
      <p:cxnSp>
        <p:nvCxnSpPr>
          <p:cNvPr id="160" name="打点后实测">
            <a:extLst>
              <a:ext uri="{FF2B5EF4-FFF2-40B4-BE49-F238E27FC236}">
                <ns2:creationId id="{04877ECE-32D4-416D-B2F6-21C579E44C83}"/>
              </a:ext>
            </a:extLst>
          </p:cNvPr>
          <p:cNvCxnSpPr/>
          <p:nvPr/>
        </p:nvCxnSpPr>
        <p:spPr>
          <a:xfrm>
            <a:off x="5857875" y="3286125"/>
            <a:ext cx="542925" cy="0"/>
          </a:xfrm>
          <a:prstGeom prst="straightConnector1">
            <a:avLst/>
          </a:prstGeom>
          <a:ln w="61913">
            <a:solidFill>
              <a:srgbClr val="C3422C"/>
            </a:solidFill>
            <a:prstDash val="solid"/>
            <a:tailEnd type="triangle" w="med" len="med"/>
          </a:ln>
        </p:spPr>
      </p:cxnSp>
      <p:cxnSp>
        <p:nvCxnSpPr>
          <p:cNvPr id="161" name="实测后判断">
            <a:extLst>
              <a:ext uri="{FF2B5EF4-FFF2-40B4-BE49-F238E27FC236}">
                <ns2:creationId id="{29634216-7E45-4AB7-9CFE-33E77F765019}"/>
              </a:ext>
            </a:extLst>
          </p:cNvPr>
          <p:cNvCxnSpPr/>
          <p:nvPr/>
        </p:nvCxnSpPr>
        <p:spPr>
          <a:xfrm>
            <a:off x="9496425" y="3286125"/>
            <a:ext cx="390525" cy="0"/>
          </a:xfrm>
          <a:prstGeom prst="straightConnector1">
            <a:avLst/>
          </a:prstGeom>
          <a:ln w="61913">
            <a:solidFill>
              <a:srgbClr val="C3422C"/>
            </a:solidFill>
            <a:prstDash val="solid"/>
            <a:tailEnd type="triangle" w="med" len="med"/>
          </a:ln>
        </p:spPr>
      </p:cxnSp>
      <p:cxnSp>
        <p:nvCxnSpPr>
          <p:cNvPr id="162" name="成功后输出">
            <a:extLst>
              <a:ext uri="{FF2B5EF4-FFF2-40B4-BE49-F238E27FC236}">
                <ns2:creationId id="{25BC62FC-E37F-40A1-8D04-63EDA30DED04}"/>
              </a:ext>
            </a:extLst>
          </p:cNvPr>
          <p:cNvCxnSpPr/>
          <p:nvPr/>
        </p:nvCxnSpPr>
        <p:spPr>
          <a:xfrm>
            <a:off x="11487150" y="3286125"/>
            <a:ext cx="1019175" cy="0"/>
          </a:xfrm>
          <a:prstGeom prst="straightConnector1">
            <a:avLst/>
          </a:prstGeom>
          <a:ln w="61913">
            <a:solidFill>
              <a:srgbClr val="C3422C"/>
            </a:solidFill>
            <a:prstDash val="solid"/>
            <a:tailEnd type="triangle" w="med" len="med"/>
          </a:ln>
        </p:spPr>
      </p:cxnSp>
      <p:sp>
        <p:nvSpPr>
          <p:cNvPr id="163" name="成功分支标签">
            <a:extLst>
              <a:ext uri="{FF2B5EF4-FFF2-40B4-BE49-F238E27FC236}">
                <ns2:creationId id="{27600E3C-1671-4647-A878-D7F9418BD195}"/>
              </a:ext>
            </a:extLst>
          </p:cNvPr>
          <p:cNvSpPr>
            <a:spLocks noGrp="1"/>
          </p:cNvSpPr>
          <p:nvPr/>
        </p:nvSpPr>
        <p:spPr>
          <a:xfrm>
            <a:off x="11696700" y="2781300"/>
            <a:ext cx="466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4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31F10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grpSp>
        <p:nvGrpSpPr>
          <p:cNvPr id="183" name="失败反馈回环"/>
          <p:cNvGrpSpPr/>
          <p:nvPr/>
        </p:nvGrpSpPr>
        <p:grpSpPr>
          <a:xfrm>
            <a:off x="4848225" y="4067175"/>
            <a:ext cx="6429375" cy="2790825"/>
            <a:chOff x="4848225" y="4067175"/>
            <a:chExt cx="6429375" cy="2790825"/>
          </a:xfrm>
        </p:grpSpPr>
        <p:sp>
          <p:nvSpPr>
            <p:cNvPr id="164" name="失败反馈回环 :: 失败下行">
              <a:extLst>
                <a:ext uri="{FF2B5EF4-FFF2-40B4-BE49-F238E27FC236}">
                  <ns2:creationId id="{C6561B01-9DFE-4D94-ACDD-4D3B77AA8511}"/>
                </a:ext>
              </a:extLst>
            </p:cNvPr>
            <p:cNvSpPr>
              <a:spLocks noGrp="1"/>
            </p:cNvSpPr>
            <p:nvPr/>
          </p:nvSpPr>
          <p:spPr>
            <a:xfrm>
              <a:off x="10687050" y="4067175"/>
              <a:ext cx="0" cy="2790825"/>
            </a:xfrm>
            <a:prstGeom prst="line">
              <a:avLst/>
            </a:prstGeom>
            <a:noFill/>
            <a:ln w="45720">
              <a:solidFill>
                <a:srgbClr val="C3422C"/>
              </a:solidFill>
              <a:prstDash val="solid"/>
            </a:ln>
          </p:spPr>
        </p:sp>
        <p:cxnSp>
          <p:nvCxnSpPr>
            <p:cNvPr id="165" name="失败反馈回环 :: 失败流向Skill优化">
              <a:extLst>
                <a:ext uri="{FF2B5EF4-FFF2-40B4-BE49-F238E27FC236}">
                  <ns2:creationId id="{8917A2DE-D44E-4F16-A695-B1CC2C5EFF9F}"/>
                </a:ext>
              </a:extLst>
            </p:cNvPr>
            <p:cNvCxnSpPr/>
            <p:nvPr/>
          </p:nvCxnSpPr>
          <p:spPr>
            <a:xfrm>
              <a:off x="8705850" y="6858000"/>
              <a:ext cx="1981200" cy="0"/>
            </a:xfrm>
            <a:prstGeom prst="straightConnector1">
              <a:avLst/>
            </a:prstGeom>
            <a:ln w="45720">
              <a:solidFill>
                <a:srgbClr val="C3422C"/>
              </a:solidFill>
              <a:prstDash val="solid"/>
              <a:headEnd type="triangle" w="med" len="med"/>
            </a:ln>
          </p:spPr>
        </p:cxnSp>
        <p:sp>
          <p:nvSpPr>
            <p:cNvPr id="166" name="失败反馈回环 :: 失败分支标签">
              <a:extLst>
                <a:ext uri="{FF2B5EF4-FFF2-40B4-BE49-F238E27FC236}">
                  <ns2:creationId id="{75F16844-784D-4AC5-AAF4-EACC4C8C1974}"/>
                </a:ext>
              </a:extLst>
            </p:cNvPr>
            <p:cNvSpPr>
              <a:spLocks noGrp="1"/>
            </p:cNvSpPr>
            <p:nvPr/>
          </p:nvSpPr>
          <p:spPr>
            <a:xfrm>
              <a:off x="10839450" y="4676775"/>
              <a:ext cx="4381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167" name="失败反馈回环 :: 回环左行">
              <a:extLst>
                <a:ext uri="{FF2B5EF4-FFF2-40B4-BE49-F238E27FC236}">
                  <ns2:creationId id="{0ECEA356-5BD2-43D0-A9CD-E355AAFCE73F}"/>
                </a:ext>
              </a:extLst>
            </p:cNvPr>
            <p:cNvSpPr>
              <a:spLocks noGrp="1"/>
            </p:cNvSpPr>
            <p:nvPr/>
          </p:nvSpPr>
          <p:spPr>
            <a:xfrm>
              <a:off x="4848225" y="6858000"/>
              <a:ext cx="2314575" cy="0"/>
            </a:xfrm>
            <a:prstGeom prst="line">
              <a:avLst/>
            </a:prstGeom>
            <a:noFill/>
            <a:ln w="45720">
              <a:solidFill>
                <a:srgbClr val="C3422C"/>
              </a:solidFill>
              <a:prstDash val="solid"/>
            </a:ln>
          </p:spPr>
        </p:sp>
        <p:cxnSp>
          <p:nvCxnSpPr>
            <p:cNvPr id="168" name="失败反馈回环 :: 回到源码打点">
              <a:extLst>
                <a:ext uri="{FF2B5EF4-FFF2-40B4-BE49-F238E27FC236}">
                  <ns2:creationId id="{145E634E-4D02-409B-86B5-1E6F4B0D68A7}"/>
                </a:ext>
              </a:extLst>
            </p:cNvPr>
            <p:cNvCxnSpPr/>
            <p:nvPr/>
          </p:nvCxnSpPr>
          <p:spPr>
            <a:xfrm>
              <a:off x="4848225" y="5391150"/>
              <a:ext cx="0" cy="1466850"/>
            </a:xfrm>
            <a:prstGeom prst="straightConnector1">
              <a:avLst/>
            </a:prstGeom>
            <a:ln w="45720">
              <a:solidFill>
                <a:srgbClr val="C3422C"/>
              </a:solidFill>
              <a:prstDash val="solid"/>
              <a:headEnd type="triangle" w="med" len="med"/>
            </a:ln>
          </p:spPr>
        </p:cxnSp>
        <p:sp>
          <p:nvSpPr>
            <p:cNvPr id="169" name="失败反馈回环 :: 重试说明">
              <a:extLst>
                <a:ext uri="{FF2B5EF4-FFF2-40B4-BE49-F238E27FC236}">
                  <ns2:creationId id="{39262745-47F8-4AD9-A452-6DCABE7F99D9}"/>
                </a:ext>
              </a:extLst>
            </p:cNvPr>
            <p:cNvSpPr>
              <a:spLocks noGrp="1"/>
            </p:cNvSpPr>
            <p:nvPr/>
          </p:nvSpPr>
          <p:spPr>
            <a:xfrm>
              <a:off x="5057775" y="6248400"/>
              <a:ext cx="2219325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8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重新打点并实测</a:t>
              </a:r>
            </a:p>
          </p:txBody>
        </p:sp>
      </p:grpSp>
      <p:grpSp>
        <p:nvGrpSpPr>
          <p:cNvPr id="184" name="Skill优化"/>
          <p:cNvGrpSpPr/>
          <p:nvPr/>
        </p:nvGrpSpPr>
        <p:grpSpPr>
          <a:xfrm>
            <a:off x="6943725" y="6163858"/>
            <a:ext cx="1914525" cy="1970492"/>
            <a:chOff x="6943725" y="6163858"/>
            <a:chExt cx="1914525" cy="1970492"/>
          </a:xfrm>
        </p:grpSpPr>
        <p:sp>
          <p:nvSpPr>
            <p:cNvPr id="170" name="Skill优化 :: 齿轮">
              <a:extLst>
                <a:ext uri="{FF2B5EF4-FFF2-40B4-BE49-F238E27FC236}">
                  <ns2:creationId id="{587CFF65-A408-4C05-9B5B-7FFE87ECA260}"/>
                </a:ext>
              </a:extLst>
            </p:cNvPr>
            <p:cNvSpPr>
              <a:spLocks noGrp="1"/>
            </p:cNvSpPr>
            <p:nvPr/>
          </p:nvSpPr>
          <p:spPr>
            <a:xfrm>
              <a:off x="7194057" y="6163858"/>
              <a:ext cx="1407018" cy="1398992"/>
            </a:xfrm>
            <a:custGeom>
              <a:pathLst>
                <a:path w="1407018" h="1398992">
                  <a:moveTo>
                    <a:pt x="702168" y="116165"/>
                  </a:moveTo>
                  <a:lnTo>
                    <a:pt x="752542" y="118364"/>
                  </a:lnTo>
                  <a:lnTo>
                    <a:pt x="824564" y="0"/>
                  </a:lnTo>
                  <a:lnTo>
                    <a:pt x="884596" y="13309"/>
                  </a:lnTo>
                  <a:lnTo>
                    <a:pt x="943241" y="31799"/>
                  </a:lnTo>
                  <a:lnTo>
                    <a:pt x="1000050" y="55331"/>
                  </a:lnTo>
                  <a:lnTo>
                    <a:pt x="991156" y="193599"/>
                  </a:lnTo>
                  <a:lnTo>
                    <a:pt x="1033682" y="220691"/>
                  </a:lnTo>
                  <a:lnTo>
                    <a:pt x="1073684" y="251386"/>
                  </a:lnTo>
                  <a:lnTo>
                    <a:pt x="1110859" y="285450"/>
                  </a:lnTo>
                  <a:lnTo>
                    <a:pt x="1242114" y="241073"/>
                  </a:lnTo>
                  <a:lnTo>
                    <a:pt x="1279547" y="289856"/>
                  </a:lnTo>
                  <a:lnTo>
                    <a:pt x="1312586" y="341717"/>
                  </a:lnTo>
                  <a:lnTo>
                    <a:pt x="1340979" y="396259"/>
                  </a:lnTo>
                  <a:lnTo>
                    <a:pt x="1245289" y="496462"/>
                  </a:lnTo>
                  <a:lnTo>
                    <a:pt x="1260451" y="544550"/>
                  </a:lnTo>
                  <a:lnTo>
                    <a:pt x="1271364" y="593777"/>
                  </a:lnTo>
                  <a:lnTo>
                    <a:pt x="1277945" y="643768"/>
                  </a:lnTo>
                  <a:lnTo>
                    <a:pt x="1407018" y="694142"/>
                  </a:lnTo>
                  <a:lnTo>
                    <a:pt x="1404336" y="755573"/>
                  </a:lnTo>
                  <a:lnTo>
                    <a:pt x="1396310" y="816538"/>
                  </a:lnTo>
                  <a:lnTo>
                    <a:pt x="1383001" y="876570"/>
                  </a:lnTo>
                  <a:lnTo>
                    <a:pt x="1245289" y="891822"/>
                  </a:lnTo>
                  <a:lnTo>
                    <a:pt x="1225993" y="938405"/>
                  </a:lnTo>
                  <a:lnTo>
                    <a:pt x="1202711" y="983130"/>
                  </a:lnTo>
                  <a:lnTo>
                    <a:pt x="1175619" y="1025656"/>
                  </a:lnTo>
                  <a:lnTo>
                    <a:pt x="1242114" y="1147211"/>
                  </a:lnTo>
                  <a:lnTo>
                    <a:pt x="1200572" y="1192546"/>
                  </a:lnTo>
                  <a:lnTo>
                    <a:pt x="1155237" y="1234088"/>
                  </a:lnTo>
                  <a:lnTo>
                    <a:pt x="1106453" y="1271521"/>
                  </a:lnTo>
                  <a:lnTo>
                    <a:pt x="991156" y="1194685"/>
                  </a:lnTo>
                  <a:lnTo>
                    <a:pt x="946431" y="1217967"/>
                  </a:lnTo>
                  <a:lnTo>
                    <a:pt x="899848" y="1237262"/>
                  </a:lnTo>
                  <a:lnTo>
                    <a:pt x="851759" y="1252425"/>
                  </a:lnTo>
                  <a:lnTo>
                    <a:pt x="824564" y="1388283"/>
                  </a:lnTo>
                  <a:lnTo>
                    <a:pt x="763600" y="1396310"/>
                  </a:lnTo>
                  <a:lnTo>
                    <a:pt x="702168" y="1398992"/>
                  </a:lnTo>
                  <a:lnTo>
                    <a:pt x="640736" y="1396310"/>
                  </a:lnTo>
                  <a:lnTo>
                    <a:pt x="601803" y="1263338"/>
                  </a:lnTo>
                  <a:lnTo>
                    <a:pt x="552576" y="1252425"/>
                  </a:lnTo>
                  <a:lnTo>
                    <a:pt x="504488" y="1237262"/>
                  </a:lnTo>
                  <a:lnTo>
                    <a:pt x="457904" y="1217967"/>
                  </a:lnTo>
                  <a:lnTo>
                    <a:pt x="349743" y="1304560"/>
                  </a:lnTo>
                  <a:lnTo>
                    <a:pt x="297882" y="1271521"/>
                  </a:lnTo>
                  <a:lnTo>
                    <a:pt x="249099" y="1234088"/>
                  </a:lnTo>
                  <a:lnTo>
                    <a:pt x="203764" y="1192546"/>
                  </a:lnTo>
                  <a:lnTo>
                    <a:pt x="259412" y="1065658"/>
                  </a:lnTo>
                  <a:lnTo>
                    <a:pt x="228717" y="1025656"/>
                  </a:lnTo>
                  <a:lnTo>
                    <a:pt x="201625" y="983130"/>
                  </a:lnTo>
                  <a:lnTo>
                    <a:pt x="178343" y="938405"/>
                  </a:lnTo>
                  <a:lnTo>
                    <a:pt x="39825" y="935215"/>
                  </a:lnTo>
                  <a:lnTo>
                    <a:pt x="21335" y="876570"/>
                  </a:lnTo>
                  <a:lnTo>
                    <a:pt x="8026" y="816538"/>
                  </a:lnTo>
                  <a:lnTo>
                    <a:pt x="0" y="755573"/>
                  </a:lnTo>
                  <a:lnTo>
                    <a:pt x="124191" y="694142"/>
                  </a:lnTo>
                  <a:lnTo>
                    <a:pt x="126390" y="643768"/>
                  </a:lnTo>
                  <a:lnTo>
                    <a:pt x="132972" y="593777"/>
                  </a:lnTo>
                  <a:lnTo>
                    <a:pt x="143885" y="544550"/>
                  </a:lnTo>
                  <a:lnTo>
                    <a:pt x="39825" y="453069"/>
                  </a:lnTo>
                  <a:lnTo>
                    <a:pt x="63357" y="396259"/>
                  </a:lnTo>
                  <a:lnTo>
                    <a:pt x="91750" y="341717"/>
                  </a:lnTo>
                  <a:lnTo>
                    <a:pt x="124789" y="289856"/>
                  </a:lnTo>
                  <a:lnTo>
                    <a:pt x="259412" y="322625"/>
                  </a:lnTo>
                  <a:lnTo>
                    <a:pt x="293476" y="285450"/>
                  </a:lnTo>
                  <a:lnTo>
                    <a:pt x="330651" y="251386"/>
                  </a:lnTo>
                  <a:lnTo>
                    <a:pt x="370654" y="220691"/>
                  </a:lnTo>
                  <a:lnTo>
                    <a:pt x="349743" y="83724"/>
                  </a:lnTo>
                  <a:lnTo>
                    <a:pt x="404285" y="55331"/>
                  </a:lnTo>
                  <a:lnTo>
                    <a:pt x="461095" y="31799"/>
                  </a:lnTo>
                  <a:lnTo>
                    <a:pt x="519739" y="13309"/>
                  </a:lnTo>
                  <a:lnTo>
                    <a:pt x="601803" y="124946"/>
                  </a:lnTo>
                  <a:lnTo>
                    <a:pt x="651794" y="118364"/>
                  </a:lnTo>
                  <a:close/>
                </a:path>
              </a:pathLst>
            </a:custGeom>
            <a:gradFill>
              <a:gsLst>
                <a:gs pos="0">
                  <a:srgbClr val="EF8F71"/>
                </a:gs>
                <a:gs pos="100000">
                  <a:srgbClr val="C7482B"/>
                </a:gs>
              </a:gsLst>
              <a:lin ang="5400000"/>
            </a:gradFill>
            <a:ln w="20955">
              <a:solidFill>
                <a:srgbClr val="831F10"/>
              </a:solidFill>
            </a:ln>
          </p:spPr>
        </p:sp>
        <p:sp>
          <p:nvSpPr>
            <p:cNvPr id="171" name="Skill优化 :: 齿轮内圆">
              <a:extLst>
                <a:ext uri="{FF2B5EF4-FFF2-40B4-BE49-F238E27FC236}">
                  <ns2:creationId id="{99C4AF9B-4C9E-4591-A87B-D2E1691C5610}"/>
                </a:ext>
              </a:extLst>
            </p:cNvPr>
            <p:cNvSpPr>
              <a:spLocks noGrp="1"/>
            </p:cNvSpPr>
            <p:nvPr/>
          </p:nvSpPr>
          <p:spPr>
            <a:xfrm>
              <a:off x="7522655" y="6484430"/>
              <a:ext cx="747141" cy="74714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1C0B1"/>
              </a:solidFill>
              <a:prstDash val="solid"/>
            </a:ln>
          </p:spPr>
        </p:sp>
        <p:sp>
          <p:nvSpPr>
            <p:cNvPr id="172" name="Skill优化 :: 回转弧0">
              <a:extLst>
                <a:ext uri="{FF2B5EF4-FFF2-40B4-BE49-F238E27FC236}">
                  <ns2:creationId id="{AC9F10C5-B2D0-4F6B-8958-7621CB8E6439}"/>
                </a:ext>
              </a:extLst>
            </p:cNvPr>
            <p:cNvSpPr>
              <a:spLocks noGrp="1"/>
            </p:cNvSpPr>
            <p:nvPr/>
          </p:nvSpPr>
          <p:spPr>
            <a:xfrm>
              <a:off x="7677652" y="6625621"/>
              <a:ext cx="429381" cy="152825"/>
            </a:xfrm>
            <a:custGeom>
              <a:pathLst>
                <a:path w="429381" h="152825">
                  <a:moveTo>
                    <a:pt x="0" y="152825"/>
                  </a:moveTo>
                  <a:lnTo>
                    <a:pt x="9756" y="129916"/>
                  </a:lnTo>
                  <a:lnTo>
                    <a:pt x="21906" y="108182"/>
                  </a:lnTo>
                  <a:lnTo>
                    <a:pt x="36308" y="87871"/>
                  </a:lnTo>
                  <a:lnTo>
                    <a:pt x="52800" y="69216"/>
                  </a:lnTo>
                  <a:lnTo>
                    <a:pt x="71191" y="52430"/>
                  </a:lnTo>
                  <a:lnTo>
                    <a:pt x="91271" y="37707"/>
                  </a:lnTo>
                  <a:lnTo>
                    <a:pt x="112810" y="25214"/>
                  </a:lnTo>
                  <a:lnTo>
                    <a:pt x="135561" y="15096"/>
                  </a:lnTo>
                  <a:lnTo>
                    <a:pt x="159263" y="7467"/>
                  </a:lnTo>
                  <a:lnTo>
                    <a:pt x="183645" y="2416"/>
                  </a:lnTo>
                  <a:lnTo>
                    <a:pt x="208427" y="0"/>
                  </a:lnTo>
                  <a:lnTo>
                    <a:pt x="233325" y="247"/>
                  </a:lnTo>
                  <a:lnTo>
                    <a:pt x="258055" y="3154"/>
                  </a:lnTo>
                  <a:lnTo>
                    <a:pt x="282332" y="8688"/>
                  </a:lnTo>
                  <a:lnTo>
                    <a:pt x="305878" y="16785"/>
                  </a:lnTo>
                  <a:lnTo>
                    <a:pt x="328423" y="27353"/>
                  </a:lnTo>
                  <a:lnTo>
                    <a:pt x="349710" y="40270"/>
                  </a:lnTo>
                  <a:lnTo>
                    <a:pt x="369495" y="55389"/>
                  </a:lnTo>
                  <a:lnTo>
                    <a:pt x="387549" y="72535"/>
                  </a:lnTo>
                  <a:lnTo>
                    <a:pt x="403668" y="91514"/>
                  </a:lnTo>
                  <a:lnTo>
                    <a:pt x="417665" y="112107"/>
                  </a:lnTo>
                  <a:lnTo>
                    <a:pt x="429381" y="134078"/>
                  </a:lnTo>
                </a:path>
              </a:pathLst>
            </a:custGeom>
            <a:noFill/>
            <a:ln w="71895">
              <a:solidFill>
                <a:srgbClr val="C3422C"/>
              </a:solidFill>
            </a:ln>
          </p:spPr>
        </p:sp>
        <p:sp>
          <p:nvSpPr>
            <p:cNvPr id="173" name="Skill优化 :: 回转箭头0">
              <a:extLst>
                <a:ext uri="{FF2B5EF4-FFF2-40B4-BE49-F238E27FC236}">
                  <ns2:creationId id="{F5C96E51-6D3E-4883-AFEE-8371CF65C741}"/>
                </a:ext>
              </a:extLst>
            </p:cNvPr>
            <p:cNvSpPr>
              <a:spLocks noGrp="1"/>
            </p:cNvSpPr>
            <p:nvPr/>
          </p:nvSpPr>
          <p:spPr>
            <a:xfrm>
              <a:off x="8017534" y="6674973"/>
              <a:ext cx="127762" cy="154995"/>
            </a:xfrm>
            <a:custGeom>
              <a:pathLst>
                <a:path w="127762" h="154995">
                  <a:moveTo>
                    <a:pt x="122266" y="154995"/>
                  </a:moveTo>
                  <a:lnTo>
                    <a:pt x="127762" y="0"/>
                  </a:lnTo>
                  <a:lnTo>
                    <a:pt x="0" y="59576"/>
                  </a:lnTo>
                  <a:close/>
                </a:path>
              </a:pathLst>
            </a:custGeom>
            <a:solidFill>
              <a:srgbClr val="C3422C"/>
            </a:solidFill>
            <a:ln w="0">
              <a:noFill/>
            </a:ln>
          </p:spPr>
        </p:sp>
        <p:sp>
          <p:nvSpPr>
            <p:cNvPr id="174" name="Skill优化 :: 回转弧1">
              <a:extLst>
                <a:ext uri="{FF2B5EF4-FFF2-40B4-BE49-F238E27FC236}">
                  <ns2:creationId id="{FD9776CE-B6AC-4539-B919-E2B237FC284A}"/>
                </a:ext>
              </a:extLst>
            </p:cNvPr>
            <p:cNvSpPr>
              <a:spLocks noGrp="1"/>
            </p:cNvSpPr>
            <p:nvPr/>
          </p:nvSpPr>
          <p:spPr>
            <a:xfrm>
              <a:off x="7685417" y="6937554"/>
              <a:ext cx="429381" cy="152825"/>
            </a:xfrm>
            <a:custGeom>
              <a:pathLst>
                <a:path w="429381" h="152825">
                  <a:moveTo>
                    <a:pt x="429381" y="0"/>
                  </a:moveTo>
                  <a:lnTo>
                    <a:pt x="419624" y="22909"/>
                  </a:lnTo>
                  <a:lnTo>
                    <a:pt x="407475" y="44643"/>
                  </a:lnTo>
                  <a:lnTo>
                    <a:pt x="393072" y="64954"/>
                  </a:lnTo>
                  <a:lnTo>
                    <a:pt x="376581" y="83609"/>
                  </a:lnTo>
                  <a:lnTo>
                    <a:pt x="358189" y="100395"/>
                  </a:lnTo>
                  <a:lnTo>
                    <a:pt x="338109" y="115118"/>
                  </a:lnTo>
                  <a:lnTo>
                    <a:pt x="316570" y="127611"/>
                  </a:lnTo>
                  <a:lnTo>
                    <a:pt x="293820" y="137729"/>
                  </a:lnTo>
                  <a:lnTo>
                    <a:pt x="270117" y="145358"/>
                  </a:lnTo>
                  <a:lnTo>
                    <a:pt x="245736" y="150409"/>
                  </a:lnTo>
                  <a:lnTo>
                    <a:pt x="220954" y="152825"/>
                  </a:lnTo>
                  <a:lnTo>
                    <a:pt x="196055" y="152578"/>
                  </a:lnTo>
                  <a:lnTo>
                    <a:pt x="171326" y="149671"/>
                  </a:lnTo>
                  <a:lnTo>
                    <a:pt x="147049" y="144137"/>
                  </a:lnTo>
                  <a:lnTo>
                    <a:pt x="123503" y="136040"/>
                  </a:lnTo>
                  <a:lnTo>
                    <a:pt x="100957" y="125472"/>
                  </a:lnTo>
                  <a:lnTo>
                    <a:pt x="79670" y="112555"/>
                  </a:lnTo>
                  <a:lnTo>
                    <a:pt x="59886" y="97437"/>
                  </a:lnTo>
                  <a:lnTo>
                    <a:pt x="41831" y="80290"/>
                  </a:lnTo>
                  <a:lnTo>
                    <a:pt x="25713" y="61311"/>
                  </a:lnTo>
                  <a:lnTo>
                    <a:pt x="11716" y="40718"/>
                  </a:lnTo>
                  <a:lnTo>
                    <a:pt x="0" y="18747"/>
                  </a:lnTo>
                </a:path>
              </a:pathLst>
            </a:custGeom>
            <a:noFill/>
            <a:ln w="71895">
              <a:solidFill>
                <a:srgbClr val="C3422C"/>
              </a:solidFill>
            </a:ln>
          </p:spPr>
        </p:sp>
        <p:sp>
          <p:nvSpPr>
            <p:cNvPr id="175" name="Skill优化 :: 回转箭头1">
              <a:extLst>
                <a:ext uri="{FF2B5EF4-FFF2-40B4-BE49-F238E27FC236}">
                  <ns2:creationId id="{02A149B0-4742-4C33-90A7-0FCFFD5081E9}"/>
                </a:ext>
              </a:extLst>
            </p:cNvPr>
            <p:cNvSpPr>
              <a:spLocks noGrp="1"/>
            </p:cNvSpPr>
            <p:nvPr/>
          </p:nvSpPr>
          <p:spPr>
            <a:xfrm>
              <a:off x="7647154" y="6886032"/>
              <a:ext cx="127762" cy="154995"/>
            </a:xfrm>
            <a:custGeom>
              <a:pathLst>
                <a:path w="127762" h="154995">
                  <a:moveTo>
                    <a:pt x="5496" y="0"/>
                  </a:moveTo>
                  <a:lnTo>
                    <a:pt x="0" y="154995"/>
                  </a:lnTo>
                  <a:lnTo>
                    <a:pt x="127762" y="95419"/>
                  </a:lnTo>
                  <a:close/>
                </a:path>
              </a:pathLst>
            </a:custGeom>
            <a:solidFill>
              <a:srgbClr val="C3422C"/>
            </a:solidFill>
            <a:ln w="0">
              <a:noFill/>
            </a:ln>
          </p:spPr>
        </p:sp>
        <p:sp>
          <p:nvSpPr>
            <p:cNvPr id="176" name="Skill优化 :: Skill优化标签">
              <a:extLst>
                <a:ext uri="{FF2B5EF4-FFF2-40B4-BE49-F238E27FC236}">
                  <ns2:creationId id="{8E1B7136-4690-4CC8-8B84-7C0A002E0B07}"/>
                </a:ext>
              </a:extLst>
            </p:cNvPr>
            <p:cNvSpPr>
              <a:spLocks noGrp="1"/>
            </p:cNvSpPr>
            <p:nvPr/>
          </p:nvSpPr>
          <p:spPr>
            <a:xfrm>
              <a:off x="6943725" y="7629525"/>
              <a:ext cx="1914525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6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6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625" b="1">
                  <a:solidFill>
                    <a:srgbClr val="831F10"/>
                  </a:solidFill>
                  <a:latin typeface="Microsoft YaHei"/>
                  <a:ea typeface="Microsoft YaHei"/>
                  <a:cs typeface="Microsoft YaHei"/>
                </a:rPr>
                <a:t>Skill优化</a:t>
              </a:r>
            </a:p>
          </p:txBody>
        </p:sp>
      </p:grpSp>
    </p:spTree>
    <p:extLst>
      <p:ext uri="{BB962C8B-B14F-4D97-AF65-F5344CB8AC3E}">
        <ns3:creationId val="809035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2026-10-17T04:37:46.5660000Z</dcterms:created>
  <dcterms:modified xsi:type="dcterms:W3CDTF">2026-10-17T04:37:46.5660000Z</dcterms:modified>
</coreProperties>
</file>